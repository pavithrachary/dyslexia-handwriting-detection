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7" r:id="rId2"/>
    <p:sldId id="258" r:id="rId3"/>
    <p:sldId id="260" r:id="rId4"/>
    <p:sldId id="261" r:id="rId5"/>
    <p:sldId id="262" r:id="rId6"/>
    <p:sldId id="263" r:id="rId7"/>
    <p:sldId id="264" r:id="rId8"/>
    <p:sldId id="265" r:id="rId9"/>
    <p:sldId id="266" r:id="rId10"/>
    <p:sldId id="267" r:id="rId11"/>
    <p:sldId id="270" r:id="rId12"/>
    <p:sldId id="268" r:id="rId13"/>
    <p:sldId id="271" r:id="rId14"/>
    <p:sldId id="269" r:id="rId15"/>
    <p:sldId id="272" r:id="rId16"/>
    <p:sldId id="276" r:id="rId17"/>
    <p:sldId id="277" r:id="rId18"/>
    <p:sldId id="278" r:id="rId19"/>
    <p:sldId id="279" r:id="rId20"/>
    <p:sldId id="280" r:id="rId21"/>
    <p:sldId id="281" r:id="rId22"/>
    <p:sldId id="28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10" autoAdjust="0"/>
    <p:restoredTop sz="94660"/>
  </p:normalViewPr>
  <p:slideViewPr>
    <p:cSldViewPr snapToGrid="0">
      <p:cViewPr varScale="1">
        <p:scale>
          <a:sx n="78" d="100"/>
          <a:sy n="78" d="100"/>
        </p:scale>
        <p:origin x="1555" y="6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GARI MOUNIKA" userId="a92206546e96dc55" providerId="LiveId" clId="{20434955-7ECB-4F5F-BE40-6B3712BF4FE4}"/>
    <pc:docChg chg="modSld">
      <pc:chgData name="BEGARI MOUNIKA" userId="a92206546e96dc55" providerId="LiveId" clId="{20434955-7ECB-4F5F-BE40-6B3712BF4FE4}" dt="2026-04-10T10:06:28.786" v="5" actId="1076"/>
      <pc:docMkLst>
        <pc:docMk/>
      </pc:docMkLst>
      <pc:sldChg chg="modSp mod">
        <pc:chgData name="BEGARI MOUNIKA" userId="a92206546e96dc55" providerId="LiveId" clId="{20434955-7ECB-4F5F-BE40-6B3712BF4FE4}" dt="2026-04-10T10:06:28.786" v="5" actId="1076"/>
        <pc:sldMkLst>
          <pc:docMk/>
          <pc:sldMk cId="0" sldId="271"/>
        </pc:sldMkLst>
        <pc:picChg chg="mod">
          <ac:chgData name="BEGARI MOUNIKA" userId="a92206546e96dc55" providerId="LiveId" clId="{20434955-7ECB-4F5F-BE40-6B3712BF4FE4}" dt="2026-04-10T10:06:28.786" v="5" actId="1076"/>
          <ac:picMkLst>
            <pc:docMk/>
            <pc:sldMk cId="0" sldId="271"/>
            <ac:picMk id="5" creationId="{F94594EE-8231-68F4-B4AB-7E0D79EFC10E}"/>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794"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1048795"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7691E5-CCE0-453C-83FE-0BF7F833CE50}" type="datetimeFigureOut">
              <a:rPr lang="en-IN" smtClean="0"/>
              <a:t>10-04-2026</a:t>
            </a:fld>
            <a:endParaRPr lang="en-IN" dirty="0"/>
          </a:p>
        </p:txBody>
      </p:sp>
      <p:sp>
        <p:nvSpPr>
          <p:cNvPr id="1048796"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1048797"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1048798"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1048799"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47EDF47-811F-4D2F-92F9-7AF2A9572829}" type="slidenum">
              <a:rPr lang="en-IN" smtClean="0"/>
              <a:t>‹#›</a:t>
            </a:fld>
            <a:endParaRPr lang="en-I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048747" name="Title 1"/>
          <p:cNvSpPr>
            <a:spLocks noGrp="1"/>
          </p:cNvSpPr>
          <p:nvPr>
            <p:ph type="ctrTitle"/>
          </p:nvPr>
        </p:nvSpPr>
        <p:spPr>
          <a:xfrm>
            <a:off x="685800" y="2130425"/>
            <a:ext cx="7772400" cy="1470025"/>
          </a:xfrm>
        </p:spPr>
        <p:txBody>
          <a:bodyPr/>
          <a:lstStyle/>
          <a:p>
            <a:r>
              <a:rPr lang="en-US"/>
              <a:t>Click to edit Master title style</a:t>
            </a:r>
          </a:p>
        </p:txBody>
      </p:sp>
      <p:sp>
        <p:nvSpPr>
          <p:cNvPr id="1048748"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1048749" name="Date Placeholder 3"/>
          <p:cNvSpPr>
            <a:spLocks noGrp="1"/>
          </p:cNvSpPr>
          <p:nvPr>
            <p:ph type="dt" sz="half" idx="10"/>
          </p:nvPr>
        </p:nvSpPr>
        <p:spPr/>
        <p:txBody>
          <a:bodyPr/>
          <a:lstStyle/>
          <a:p>
            <a:fld id="{E4A39EB3-9746-4C09-B835-06BE6863E825}" type="datetime1">
              <a:rPr lang="en-US" smtClean="0"/>
              <a:t>4/10/2026</a:t>
            </a:fld>
            <a:endParaRPr lang="en-US" dirty="0"/>
          </a:p>
        </p:txBody>
      </p:sp>
      <p:sp>
        <p:nvSpPr>
          <p:cNvPr id="1048750" name="Footer Placeholder 4"/>
          <p:cNvSpPr>
            <a:spLocks noGrp="1"/>
          </p:cNvSpPr>
          <p:nvPr>
            <p:ph type="ftr" sz="quarter" idx="11"/>
          </p:nvPr>
        </p:nvSpPr>
        <p:spPr/>
        <p:txBody>
          <a:bodyPr/>
          <a:lstStyle/>
          <a:p>
            <a:endParaRPr lang="en-US" dirty="0"/>
          </a:p>
        </p:txBody>
      </p:sp>
      <p:sp>
        <p:nvSpPr>
          <p:cNvPr id="1048751"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1048591" name="Title 1"/>
          <p:cNvSpPr>
            <a:spLocks noGrp="1"/>
          </p:cNvSpPr>
          <p:nvPr>
            <p:ph type="title"/>
          </p:nvPr>
        </p:nvSpPr>
        <p:spPr/>
        <p:txBody>
          <a:bodyPr/>
          <a:lstStyle/>
          <a:p>
            <a:r>
              <a:rPr lang="en-US"/>
              <a:t>Click to edit Master title style</a:t>
            </a:r>
          </a:p>
        </p:txBody>
      </p:sp>
      <p:sp>
        <p:nvSpPr>
          <p:cNvPr id="1048592"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93" name="Date Placeholder 3"/>
          <p:cNvSpPr>
            <a:spLocks noGrp="1"/>
          </p:cNvSpPr>
          <p:nvPr>
            <p:ph type="dt" sz="half" idx="10"/>
          </p:nvPr>
        </p:nvSpPr>
        <p:spPr/>
        <p:txBody>
          <a:bodyPr/>
          <a:lstStyle/>
          <a:p>
            <a:fld id="{1FDAA625-F2A6-44F8-9CE9-BA407BE86122}" type="datetime1">
              <a:rPr lang="en-US" smtClean="0"/>
              <a:t>4/10/2026</a:t>
            </a:fld>
            <a:endParaRPr lang="en-US" dirty="0"/>
          </a:p>
        </p:txBody>
      </p:sp>
      <p:sp>
        <p:nvSpPr>
          <p:cNvPr id="1048594" name="Footer Placeholder 4"/>
          <p:cNvSpPr>
            <a:spLocks noGrp="1"/>
          </p:cNvSpPr>
          <p:nvPr>
            <p:ph type="ftr" sz="quarter" idx="11"/>
          </p:nvPr>
        </p:nvSpPr>
        <p:spPr/>
        <p:txBody>
          <a:bodyPr/>
          <a:lstStyle/>
          <a:p>
            <a:endParaRPr lang="en-US" dirty="0"/>
          </a:p>
        </p:txBody>
      </p:sp>
      <p:sp>
        <p:nvSpPr>
          <p:cNvPr id="1048595"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4877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104877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048774" name="Date Placeholder 3"/>
          <p:cNvSpPr>
            <a:spLocks noGrp="1"/>
          </p:cNvSpPr>
          <p:nvPr>
            <p:ph type="dt" sz="half" idx="10"/>
          </p:nvPr>
        </p:nvSpPr>
        <p:spPr/>
        <p:txBody>
          <a:bodyPr/>
          <a:lstStyle/>
          <a:p>
            <a:fld id="{7F970D22-80E5-4793-89EA-2973CDD78E7A}" type="datetime1">
              <a:rPr lang="en-US" smtClean="0"/>
              <a:t>4/10/2026</a:t>
            </a:fld>
            <a:endParaRPr lang="en-US" dirty="0"/>
          </a:p>
        </p:txBody>
      </p:sp>
      <p:sp>
        <p:nvSpPr>
          <p:cNvPr id="1048775" name="Footer Placeholder 4"/>
          <p:cNvSpPr>
            <a:spLocks noGrp="1"/>
          </p:cNvSpPr>
          <p:nvPr>
            <p:ph type="ftr" sz="quarter" idx="11"/>
          </p:nvPr>
        </p:nvSpPr>
        <p:spPr/>
        <p:txBody>
          <a:bodyPr/>
          <a:lstStyle/>
          <a:p>
            <a:endParaRPr lang="en-US" dirty="0"/>
          </a:p>
        </p:txBody>
      </p:sp>
      <p:sp>
        <p:nvSpPr>
          <p:cNvPr id="1048776"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1048581" name="Title 1"/>
          <p:cNvSpPr>
            <a:spLocks noGrp="1"/>
          </p:cNvSpPr>
          <p:nvPr>
            <p:ph type="title"/>
          </p:nvPr>
        </p:nvSpPr>
        <p:spPr/>
        <p:txBody>
          <a:bodyPr/>
          <a:lstStyle/>
          <a:p>
            <a:r>
              <a:rPr lang="en-US"/>
              <a:t>Click to edit Master title style</a:t>
            </a:r>
          </a:p>
        </p:txBody>
      </p:sp>
      <p:sp>
        <p:nvSpPr>
          <p:cNvPr id="1048582"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3"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84" name="Date Placeholder 4"/>
          <p:cNvSpPr>
            <a:spLocks noGrp="1"/>
          </p:cNvSpPr>
          <p:nvPr>
            <p:ph type="dt" sz="half" idx="10"/>
          </p:nvPr>
        </p:nvSpPr>
        <p:spPr/>
        <p:txBody>
          <a:bodyPr/>
          <a:lstStyle/>
          <a:p>
            <a:fld id="{2F5C0BEB-74E4-4130-B16A-59F6B6DB62EB}" type="datetime1">
              <a:rPr lang="en-US" smtClean="0"/>
              <a:t>4/10/2026</a:t>
            </a:fld>
            <a:endParaRPr lang="en-US" dirty="0"/>
          </a:p>
        </p:txBody>
      </p:sp>
      <p:sp>
        <p:nvSpPr>
          <p:cNvPr id="1048585" name="Footer Placeholder 5"/>
          <p:cNvSpPr>
            <a:spLocks noGrp="1"/>
          </p:cNvSpPr>
          <p:nvPr>
            <p:ph type="ftr" sz="quarter" idx="11"/>
          </p:nvPr>
        </p:nvSpPr>
        <p:spPr/>
        <p:txBody>
          <a:bodyPr/>
          <a:lstStyle/>
          <a:p>
            <a:endParaRPr lang="en-US" dirty="0"/>
          </a:p>
        </p:txBody>
      </p:sp>
      <p:sp>
        <p:nvSpPr>
          <p:cNvPr id="1048586"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48777" name="Title 1"/>
          <p:cNvSpPr>
            <a:spLocks noGrp="1"/>
          </p:cNvSpPr>
          <p:nvPr>
            <p:ph type="title"/>
          </p:nvPr>
        </p:nvSpPr>
        <p:spPr/>
        <p:txBody>
          <a:bodyPr/>
          <a:lstStyle/>
          <a:p>
            <a:r>
              <a:rPr lang="en-US"/>
              <a:t>Click to edit Master title style</a:t>
            </a:r>
          </a:p>
        </p:txBody>
      </p:sp>
      <p:sp>
        <p:nvSpPr>
          <p:cNvPr id="1048778"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79"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0"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48781"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82" name="Date Placeholder 6"/>
          <p:cNvSpPr>
            <a:spLocks noGrp="1"/>
          </p:cNvSpPr>
          <p:nvPr>
            <p:ph type="dt" sz="half" idx="10"/>
          </p:nvPr>
        </p:nvSpPr>
        <p:spPr/>
        <p:txBody>
          <a:bodyPr/>
          <a:lstStyle/>
          <a:p>
            <a:fld id="{5E04AD13-0A80-45C7-9DF6-46A08EE815A2}" type="datetime1">
              <a:rPr lang="en-US" smtClean="0"/>
              <a:t>4/10/2026</a:t>
            </a:fld>
            <a:endParaRPr lang="en-US" dirty="0"/>
          </a:p>
        </p:txBody>
      </p:sp>
      <p:sp>
        <p:nvSpPr>
          <p:cNvPr id="1048783" name="Footer Placeholder 7"/>
          <p:cNvSpPr>
            <a:spLocks noGrp="1"/>
          </p:cNvSpPr>
          <p:nvPr>
            <p:ph type="ftr" sz="quarter" idx="11"/>
          </p:nvPr>
        </p:nvSpPr>
        <p:spPr/>
        <p:txBody>
          <a:bodyPr/>
          <a:lstStyle/>
          <a:p>
            <a:endParaRPr lang="en-US" dirty="0"/>
          </a:p>
        </p:txBody>
      </p:sp>
      <p:sp>
        <p:nvSpPr>
          <p:cNvPr id="1048784" name="Slide Number Placeholder 8"/>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48752" name="Title 1"/>
          <p:cNvSpPr>
            <a:spLocks noGrp="1"/>
          </p:cNvSpPr>
          <p:nvPr>
            <p:ph type="title"/>
          </p:nvPr>
        </p:nvSpPr>
        <p:spPr/>
        <p:txBody>
          <a:bodyPr/>
          <a:lstStyle/>
          <a:p>
            <a:r>
              <a:rPr lang="en-US"/>
              <a:t>Click to edit Master title style</a:t>
            </a:r>
          </a:p>
        </p:txBody>
      </p:sp>
      <p:sp>
        <p:nvSpPr>
          <p:cNvPr id="1048753" name="Date Placeholder 2"/>
          <p:cNvSpPr>
            <a:spLocks noGrp="1"/>
          </p:cNvSpPr>
          <p:nvPr>
            <p:ph type="dt" sz="half" idx="10"/>
          </p:nvPr>
        </p:nvSpPr>
        <p:spPr/>
        <p:txBody>
          <a:bodyPr/>
          <a:lstStyle/>
          <a:p>
            <a:fld id="{D5DB20B6-55BA-4621-8459-C5607B410D93}" type="datetime1">
              <a:rPr lang="en-US" smtClean="0"/>
              <a:t>4/10/2026</a:t>
            </a:fld>
            <a:endParaRPr lang="en-US" dirty="0"/>
          </a:p>
        </p:txBody>
      </p:sp>
      <p:sp>
        <p:nvSpPr>
          <p:cNvPr id="1048754" name="Footer Placeholder 3"/>
          <p:cNvSpPr>
            <a:spLocks noGrp="1"/>
          </p:cNvSpPr>
          <p:nvPr>
            <p:ph type="ftr" sz="quarter" idx="11"/>
          </p:nvPr>
        </p:nvSpPr>
        <p:spPr/>
        <p:txBody>
          <a:bodyPr/>
          <a:lstStyle/>
          <a:p>
            <a:endParaRPr lang="en-US" dirty="0"/>
          </a:p>
        </p:txBody>
      </p:sp>
      <p:sp>
        <p:nvSpPr>
          <p:cNvPr id="1048755" name="Slide Number Placeholder 4"/>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1048785" name="Date Placeholder 1"/>
          <p:cNvSpPr>
            <a:spLocks noGrp="1"/>
          </p:cNvSpPr>
          <p:nvPr>
            <p:ph type="dt" sz="half" idx="10"/>
          </p:nvPr>
        </p:nvSpPr>
        <p:spPr/>
        <p:txBody>
          <a:bodyPr/>
          <a:lstStyle/>
          <a:p>
            <a:fld id="{CCBE5700-9D30-4E46-A2C9-E30B27F2CA8B}" type="datetime1">
              <a:rPr lang="en-US" smtClean="0"/>
              <a:t>4/10/2026</a:t>
            </a:fld>
            <a:endParaRPr lang="en-US" dirty="0"/>
          </a:p>
        </p:txBody>
      </p:sp>
      <p:sp>
        <p:nvSpPr>
          <p:cNvPr id="1048786" name="Footer Placeholder 2"/>
          <p:cNvSpPr>
            <a:spLocks noGrp="1"/>
          </p:cNvSpPr>
          <p:nvPr>
            <p:ph type="ftr" sz="quarter" idx="11"/>
          </p:nvPr>
        </p:nvSpPr>
        <p:spPr/>
        <p:txBody>
          <a:bodyPr/>
          <a:lstStyle/>
          <a:p>
            <a:endParaRPr lang="en-US" dirty="0"/>
          </a:p>
        </p:txBody>
      </p:sp>
      <p:sp>
        <p:nvSpPr>
          <p:cNvPr id="1048787" name="Slide Number Placeholder 3"/>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048788"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1048789"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90"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91" name="Date Placeholder 4"/>
          <p:cNvSpPr>
            <a:spLocks noGrp="1"/>
          </p:cNvSpPr>
          <p:nvPr>
            <p:ph type="dt" sz="half" idx="10"/>
          </p:nvPr>
        </p:nvSpPr>
        <p:spPr/>
        <p:txBody>
          <a:bodyPr/>
          <a:lstStyle/>
          <a:p>
            <a:fld id="{8B9EA9B8-D7E2-480D-BB32-0229515C62F4}" type="datetime1">
              <a:rPr lang="en-US" smtClean="0"/>
              <a:t>4/10/2026</a:t>
            </a:fld>
            <a:endParaRPr lang="en-US" dirty="0"/>
          </a:p>
        </p:txBody>
      </p:sp>
      <p:sp>
        <p:nvSpPr>
          <p:cNvPr id="1048792" name="Footer Placeholder 5"/>
          <p:cNvSpPr>
            <a:spLocks noGrp="1"/>
          </p:cNvSpPr>
          <p:nvPr>
            <p:ph type="ftr" sz="quarter" idx="11"/>
          </p:nvPr>
        </p:nvSpPr>
        <p:spPr/>
        <p:txBody>
          <a:bodyPr/>
          <a:lstStyle/>
          <a:p>
            <a:endParaRPr lang="en-US" dirty="0"/>
          </a:p>
        </p:txBody>
      </p:sp>
      <p:sp>
        <p:nvSpPr>
          <p:cNvPr id="1048793"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048761"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1048762"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1048763"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48764" name="Date Placeholder 4"/>
          <p:cNvSpPr>
            <a:spLocks noGrp="1"/>
          </p:cNvSpPr>
          <p:nvPr>
            <p:ph type="dt" sz="half" idx="10"/>
          </p:nvPr>
        </p:nvSpPr>
        <p:spPr/>
        <p:txBody>
          <a:bodyPr/>
          <a:lstStyle/>
          <a:p>
            <a:fld id="{72D5BC3D-21C4-4AF3-B40F-6CA3DE42903E}" type="datetime1">
              <a:rPr lang="en-US" smtClean="0"/>
              <a:t>4/10/2026</a:t>
            </a:fld>
            <a:endParaRPr lang="en-US" dirty="0"/>
          </a:p>
        </p:txBody>
      </p:sp>
      <p:sp>
        <p:nvSpPr>
          <p:cNvPr id="1048765" name="Footer Placeholder 5"/>
          <p:cNvSpPr>
            <a:spLocks noGrp="1"/>
          </p:cNvSpPr>
          <p:nvPr>
            <p:ph type="ftr" sz="quarter" idx="11"/>
          </p:nvPr>
        </p:nvSpPr>
        <p:spPr/>
        <p:txBody>
          <a:bodyPr/>
          <a:lstStyle/>
          <a:p>
            <a:endParaRPr lang="en-US" dirty="0"/>
          </a:p>
        </p:txBody>
      </p:sp>
      <p:sp>
        <p:nvSpPr>
          <p:cNvPr id="1048766" name="Slide Number Placeholder 6"/>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1048767" name="Title 1"/>
          <p:cNvSpPr>
            <a:spLocks noGrp="1"/>
          </p:cNvSpPr>
          <p:nvPr>
            <p:ph type="title"/>
          </p:nvPr>
        </p:nvSpPr>
        <p:spPr/>
        <p:txBody>
          <a:bodyPr/>
          <a:lstStyle/>
          <a:p>
            <a:r>
              <a:rPr lang="en-US"/>
              <a:t>Click to edit Master title style</a:t>
            </a:r>
          </a:p>
        </p:txBody>
      </p:sp>
      <p:sp>
        <p:nvSpPr>
          <p:cNvPr id="1048768"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69" name="Date Placeholder 3"/>
          <p:cNvSpPr>
            <a:spLocks noGrp="1"/>
          </p:cNvSpPr>
          <p:nvPr>
            <p:ph type="dt" sz="half" idx="10"/>
          </p:nvPr>
        </p:nvSpPr>
        <p:spPr/>
        <p:txBody>
          <a:bodyPr/>
          <a:lstStyle/>
          <a:p>
            <a:fld id="{174A18AC-E893-4E85-A0F4-ECD4E400603C}" type="datetime1">
              <a:rPr lang="en-US" smtClean="0"/>
              <a:t>4/10/2026</a:t>
            </a:fld>
            <a:endParaRPr lang="en-US" dirty="0"/>
          </a:p>
        </p:txBody>
      </p:sp>
      <p:sp>
        <p:nvSpPr>
          <p:cNvPr id="1048770" name="Footer Placeholder 4"/>
          <p:cNvSpPr>
            <a:spLocks noGrp="1"/>
          </p:cNvSpPr>
          <p:nvPr>
            <p:ph type="ftr" sz="quarter" idx="11"/>
          </p:nvPr>
        </p:nvSpPr>
        <p:spPr/>
        <p:txBody>
          <a:bodyPr/>
          <a:lstStyle/>
          <a:p>
            <a:endParaRPr lang="en-US" dirty="0"/>
          </a:p>
        </p:txBody>
      </p:sp>
      <p:sp>
        <p:nvSpPr>
          <p:cNvPr id="1048771"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048756"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1048757"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758" name="Date Placeholder 3"/>
          <p:cNvSpPr>
            <a:spLocks noGrp="1"/>
          </p:cNvSpPr>
          <p:nvPr>
            <p:ph type="dt" sz="half" idx="10"/>
          </p:nvPr>
        </p:nvSpPr>
        <p:spPr/>
        <p:txBody>
          <a:bodyPr/>
          <a:lstStyle/>
          <a:p>
            <a:fld id="{02C8074A-2E48-4B0B-A22C-FDBF4BAA9181}" type="datetime1">
              <a:rPr lang="en-US" smtClean="0"/>
              <a:t>4/10/2026</a:t>
            </a:fld>
            <a:endParaRPr lang="en-US" dirty="0"/>
          </a:p>
        </p:txBody>
      </p:sp>
      <p:sp>
        <p:nvSpPr>
          <p:cNvPr id="1048759" name="Footer Placeholder 4"/>
          <p:cNvSpPr>
            <a:spLocks noGrp="1"/>
          </p:cNvSpPr>
          <p:nvPr>
            <p:ph type="ftr" sz="quarter" idx="11"/>
          </p:nvPr>
        </p:nvSpPr>
        <p:spPr/>
        <p:txBody>
          <a:bodyPr/>
          <a:lstStyle/>
          <a:p>
            <a:endParaRPr lang="en-US" dirty="0"/>
          </a:p>
        </p:txBody>
      </p:sp>
      <p:sp>
        <p:nvSpPr>
          <p:cNvPr id="1048760" name="Slide Number Placeholder 5"/>
          <p:cNvSpPr>
            <a:spLocks noGrp="1"/>
          </p:cNvSpPr>
          <p:nvPr>
            <p:ph type="sldNum" sz="quarter" idx="12"/>
          </p:nvPr>
        </p:nvSpPr>
        <p:spPr/>
        <p:txBody>
          <a:bodyPr/>
          <a:lstStyle/>
          <a:p>
            <a:fld id="{C1FF6DA9-008F-8B48-92A6-B652298478BF}" type="slidenum">
              <a:rPr lang="en-US" smtClean="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8FF"/>
        </a:solidFill>
        <a:effectLst/>
      </p:bgPr>
    </p:bg>
    <p:spTree>
      <p:nvGrpSpPr>
        <p:cNvPr id="1" name=""/>
        <p:cNvGrpSpPr/>
        <p:nvPr/>
      </p:nvGrpSpPr>
      <p:grpSpPr>
        <a:xfrm>
          <a:off x="0" y="0"/>
          <a:ext cx="0" cy="0"/>
          <a:chOff x="0" y="0"/>
          <a:chExt cx="0" cy="0"/>
        </a:xfrm>
      </p:grpSpPr>
      <p:sp>
        <p:nvSpPr>
          <p:cNvPr id="1048576"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1048577"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48578"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47DA2-F685-4939-A265-E94B76F180C6}" type="datetime1">
              <a:rPr lang="en-US" smtClean="0"/>
              <a:t>4/10/2026</a:t>
            </a:fld>
            <a:endParaRPr lang="en-US" dirty="0"/>
          </a:p>
        </p:txBody>
      </p:sp>
      <p:sp>
        <p:nvSpPr>
          <p:cNvPr id="1048579"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1048580"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pmc.ncbi.nlm.nih.gov/articles/PMC11832474/" TargetMode="External"/><Relationship Id="rId7" Type="http://schemas.openxmlformats.org/officeDocument/2006/relationships/hyperlink" Target="https://arxiv.org/abs/2504.00941" TargetMode="External"/><Relationship Id="rId2" Type="http://schemas.openxmlformats.org/officeDocument/2006/relationships/hyperlink" Target="https://pubmed.ncbi.nlm.nih.gov/39126424/" TargetMode="External"/><Relationship Id="rId1" Type="http://schemas.openxmlformats.org/officeDocument/2006/relationships/slideLayout" Target="../slideLayouts/slideLayout2.xml"/><Relationship Id="rId6" Type="http://schemas.openxmlformats.org/officeDocument/2006/relationships/hyperlink" Target="https://arxiv.org/abs/2602.22524" TargetMode="External"/><Relationship Id="rId5" Type="http://schemas.openxmlformats.org/officeDocument/2006/relationships/hyperlink" Target="https://www.nature.com/articles/s41598-023-50879-7" TargetMode="External"/><Relationship Id="rId4" Type="http://schemas.openxmlformats.org/officeDocument/2006/relationships/hyperlink" Target="https://pubmed.ncbi.nlm.nih.gov/40772236/"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25000">
              <a:schemeClr val="tx2">
                <a:lumMod val="75000"/>
              </a:schemeClr>
            </a:gs>
            <a:gs pos="89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1048587" name="Content Placeholder 2"/>
          <p:cNvSpPr>
            <a:spLocks noGrp="1"/>
          </p:cNvSpPr>
          <p:nvPr>
            <p:ph sz="half" idx="1"/>
          </p:nvPr>
        </p:nvSpPr>
        <p:spPr>
          <a:xfrm>
            <a:off x="5585552" y="4460129"/>
            <a:ext cx="3265307" cy="2261346"/>
          </a:xfrm>
        </p:spPr>
        <p:txBody>
          <a:bodyPr vert="horz" lIns="91440" tIns="45720" rIns="91440" bIns="45720" rtlCol="0" anchor="t">
            <a:normAutofit/>
          </a:bodyPr>
          <a:lstStyle/>
          <a:p>
            <a:pPr marL="0" indent="0" algn="just">
              <a:spcBef>
                <a:spcPts val="0"/>
              </a:spcBef>
              <a:buNone/>
            </a:pPr>
            <a:r>
              <a:rPr lang="en-IN" sz="1800" b="1" dirty="0">
                <a:latin typeface="Times New Roman"/>
                <a:ea typeface="Calibri"/>
                <a:cs typeface="Times New Roman"/>
              </a:rPr>
              <a:t>PRESENTED BY </a:t>
            </a:r>
            <a:endParaRPr lang="en-US" sz="1800" dirty="0">
              <a:latin typeface="Times New Roman"/>
              <a:ea typeface="Calibri"/>
              <a:cs typeface="Times New Roman"/>
            </a:endParaRPr>
          </a:p>
          <a:p>
            <a:pPr marL="0" indent="0" algn="just">
              <a:spcBef>
                <a:spcPts val="0"/>
              </a:spcBef>
              <a:buNone/>
            </a:pPr>
            <a:r>
              <a:rPr lang="en-IN" sz="1800" b="1" dirty="0">
                <a:latin typeface="Times New Roman"/>
                <a:ea typeface="Calibri"/>
                <a:cs typeface="Times New Roman"/>
              </a:rPr>
              <a:t>CSM(AIML) 3-2 BATCH </a:t>
            </a:r>
            <a:r>
              <a:rPr lang="en-US" sz="1800" b="1" dirty="0">
                <a:latin typeface="Times New Roman"/>
                <a:ea typeface="Calibri"/>
                <a:cs typeface="Times New Roman"/>
              </a:rPr>
              <a:t>17</a:t>
            </a:r>
            <a:endParaRPr lang="en-GB" sz="1800" b="1" dirty="0">
              <a:latin typeface="Times New Roman"/>
              <a:ea typeface="Calibri"/>
              <a:cs typeface="Times New Roman"/>
            </a:endParaRPr>
          </a:p>
          <a:p>
            <a:pPr marL="0" indent="0" algn="just">
              <a:spcBef>
                <a:spcPts val="0"/>
              </a:spcBef>
              <a:buNone/>
            </a:pPr>
            <a:r>
              <a:rPr lang="en-GB" sz="1800" dirty="0">
                <a:latin typeface="Times New Roman"/>
                <a:ea typeface="Calibri"/>
                <a:cs typeface="Times New Roman"/>
              </a:rPr>
              <a:t>B. Mounika -23SS1A6608</a:t>
            </a:r>
          </a:p>
          <a:p>
            <a:pPr marL="0" indent="0" algn="just">
              <a:spcBef>
                <a:spcPts val="0"/>
              </a:spcBef>
              <a:buNone/>
            </a:pPr>
            <a:r>
              <a:rPr lang="en-IN" sz="1800" dirty="0">
                <a:latin typeface="Times New Roman"/>
                <a:ea typeface="Calibri"/>
                <a:cs typeface="Times New Roman"/>
              </a:rPr>
              <a:t>P. Adith– </a:t>
            </a:r>
            <a:r>
              <a:rPr lang="en-US" sz="1800" dirty="0">
                <a:latin typeface="Times New Roman"/>
                <a:ea typeface="Calibri"/>
                <a:cs typeface="Times New Roman"/>
              </a:rPr>
              <a:t>23SS1A6645</a:t>
            </a:r>
          </a:p>
          <a:p>
            <a:pPr marL="0" indent="0" algn="just">
              <a:spcBef>
                <a:spcPts val="0"/>
              </a:spcBef>
              <a:buNone/>
            </a:pPr>
            <a:r>
              <a:rPr lang="en-IN" sz="1800" dirty="0">
                <a:latin typeface="Times New Roman"/>
                <a:ea typeface="Calibri"/>
                <a:cs typeface="Times New Roman"/>
              </a:rPr>
              <a:t>P. Pavithra Chary- 23SS1A6648</a:t>
            </a:r>
            <a:endParaRPr lang="en-US" sz="1800" dirty="0">
              <a:latin typeface="Times New Roman"/>
              <a:ea typeface="Calibri"/>
              <a:cs typeface="Times New Roman"/>
            </a:endParaRPr>
          </a:p>
          <a:p>
            <a:pPr marL="0" indent="0" algn="just">
              <a:spcBef>
                <a:spcPts val="0"/>
              </a:spcBef>
              <a:buNone/>
            </a:pPr>
            <a:r>
              <a:rPr lang="en-IN" sz="1800" dirty="0">
                <a:latin typeface="Times New Roman"/>
                <a:ea typeface="Calibri"/>
                <a:cs typeface="Times New Roman"/>
              </a:rPr>
              <a:t>P. Ram Charan- 23SS1A6649</a:t>
            </a:r>
            <a:endParaRPr lang="en-US" sz="1800" dirty="0">
              <a:latin typeface="Times New Roman"/>
              <a:ea typeface="Calibri"/>
              <a:cs typeface="Times New Roman"/>
            </a:endParaRPr>
          </a:p>
          <a:p>
            <a:pPr marL="0" indent="0" algn="just">
              <a:spcBef>
                <a:spcPts val="0"/>
              </a:spcBef>
              <a:buNone/>
            </a:pPr>
            <a:endParaRPr lang="en-IN" sz="1600" dirty="0">
              <a:latin typeface="Times New Roman"/>
              <a:ea typeface="Calibri"/>
              <a:cs typeface="Times New Roman"/>
            </a:endParaRPr>
          </a:p>
          <a:p>
            <a:pPr marL="0" indent="0" algn="just">
              <a:buNone/>
            </a:pPr>
            <a:endParaRPr lang="en-US" sz="1600" dirty="0">
              <a:latin typeface="Times New Roman"/>
              <a:ea typeface="Calibri"/>
              <a:cs typeface="Times New Roman"/>
            </a:endParaRPr>
          </a:p>
        </p:txBody>
      </p:sp>
      <p:sp>
        <p:nvSpPr>
          <p:cNvPr id="1048588" name="Content Placeholder 3"/>
          <p:cNvSpPr>
            <a:spLocks noGrp="1"/>
          </p:cNvSpPr>
          <p:nvPr>
            <p:ph sz="half" idx="2"/>
          </p:nvPr>
        </p:nvSpPr>
        <p:spPr>
          <a:xfrm>
            <a:off x="666116" y="4460129"/>
            <a:ext cx="2892333" cy="2145960"/>
          </a:xfrm>
        </p:spPr>
        <p:txBody>
          <a:bodyPr vert="horz" lIns="91440" tIns="45720" rIns="91440" bIns="45720" rtlCol="0" anchor="t">
            <a:normAutofit/>
          </a:bodyPr>
          <a:lstStyle/>
          <a:p>
            <a:pPr marL="0" indent="0">
              <a:buNone/>
            </a:pPr>
            <a:r>
              <a:rPr lang="en-US" sz="1800" b="1" dirty="0">
                <a:latin typeface="Times New Roman"/>
                <a:ea typeface="Calibri"/>
                <a:cs typeface="Times New Roman"/>
              </a:rPr>
              <a:t>GUIDED BY</a:t>
            </a:r>
          </a:p>
          <a:p>
            <a:pPr marL="0" indent="0">
              <a:buNone/>
            </a:pPr>
            <a:r>
              <a:rPr lang="en-US" sz="1800" b="1" dirty="0">
                <a:latin typeface="Times New Roman"/>
                <a:ea typeface="Calibri"/>
                <a:cs typeface="Times New Roman"/>
              </a:rPr>
              <a:t>MR.S.HARI KRISHNA</a:t>
            </a:r>
          </a:p>
          <a:p>
            <a:pPr marL="0" indent="0">
              <a:buNone/>
            </a:pPr>
            <a:r>
              <a:rPr lang="en-US" sz="1800" dirty="0">
                <a:latin typeface="Times New Roman"/>
                <a:ea typeface="Calibri"/>
                <a:cs typeface="Times New Roman"/>
              </a:rPr>
              <a:t>Assistant Professor</a:t>
            </a:r>
            <a:endParaRPr lang="en-IN" sz="1600" dirty="0">
              <a:latin typeface="Times New Roman"/>
              <a:ea typeface="Calibri"/>
              <a:cs typeface="Times New Roman"/>
            </a:endParaRPr>
          </a:p>
          <a:p>
            <a:endParaRPr lang="en-US" sz="1600" dirty="0">
              <a:latin typeface="Times New Roman"/>
              <a:ea typeface="Calibri"/>
              <a:cs typeface="Times New Roman"/>
            </a:endParaRPr>
          </a:p>
        </p:txBody>
      </p:sp>
      <p:sp>
        <p:nvSpPr>
          <p:cNvPr id="1048589" name="Slide Number Placeholder 4"/>
          <p:cNvSpPr>
            <a:spLocks noGrp="1"/>
          </p:cNvSpPr>
          <p:nvPr>
            <p:ph type="sldNum" sz="quarter" idx="12"/>
          </p:nvPr>
        </p:nvSpPr>
        <p:spPr>
          <a:xfrm>
            <a:off x="6901774" y="6356350"/>
            <a:ext cx="1613576" cy="365125"/>
          </a:xfrm>
        </p:spPr>
        <p:txBody>
          <a:bodyPr>
            <a:normAutofit/>
          </a:bodyPr>
          <a:lstStyle/>
          <a:p>
            <a:pPr>
              <a:spcAft>
                <a:spcPts val="600"/>
              </a:spcAft>
            </a:pPr>
            <a:fld id="{C1FF6DA9-008F-8B48-92A6-B652298478BF}" type="slidenum">
              <a:rPr lang="en-US" sz="1600" smtClean="0">
                <a:latin typeface="Times New Roman"/>
                <a:cs typeface="Times New Roman"/>
              </a:rPr>
              <a:pPr>
                <a:spcAft>
                  <a:spcPts val="600"/>
                </a:spcAft>
              </a:pPr>
              <a:t>1</a:t>
            </a:fld>
            <a:endParaRPr lang="en-US" sz="1600" dirty="0">
              <a:latin typeface="Times New Roman"/>
              <a:cs typeface="Times New Roman"/>
            </a:endParaRPr>
          </a:p>
        </p:txBody>
      </p:sp>
      <p:sp>
        <p:nvSpPr>
          <p:cNvPr id="1048590" name="Title 10"/>
          <p:cNvSpPr>
            <a:spLocks noGrp="1"/>
          </p:cNvSpPr>
          <p:nvPr>
            <p:ph type="title"/>
          </p:nvPr>
        </p:nvSpPr>
        <p:spPr>
          <a:xfrm>
            <a:off x="235974" y="274638"/>
            <a:ext cx="8750710" cy="3931602"/>
          </a:xfrm>
        </p:spPr>
        <p:txBody>
          <a:bodyPr>
            <a:normAutofit/>
          </a:bodyPr>
          <a:lstStyle/>
          <a:p>
            <a:r>
              <a:rPr lang="en-US" sz="5400" dirty="0">
                <a:solidFill>
                  <a:schemeClr val="bg1"/>
                </a:solidFill>
                <a:latin typeface="Times New Roman" panose="02020603050405020304" pitchFamily="18" charset="0"/>
                <a:cs typeface="Times New Roman" panose="02020603050405020304" pitchFamily="18" charset="0"/>
              </a:rPr>
              <a:t>DYSLEXIA –A</a:t>
            </a:r>
            <a:r>
              <a:rPr lang="en-US" altLang="cy-GB" sz="5400" dirty="0">
                <a:solidFill>
                  <a:schemeClr val="bg1"/>
                </a:solidFill>
                <a:latin typeface="Times New Roman" panose="02020603050405020304" pitchFamily="18" charset="0"/>
                <a:cs typeface="Times New Roman" panose="02020603050405020304" pitchFamily="18" charset="0"/>
              </a:rPr>
              <a:t>WARENESS </a:t>
            </a:r>
            <a:r>
              <a:rPr lang="en-US" sz="5400" dirty="0">
                <a:solidFill>
                  <a:schemeClr val="bg1"/>
                </a:solidFill>
                <a:latin typeface="Times New Roman" panose="02020603050405020304" pitchFamily="18" charset="0"/>
                <a:cs typeface="Times New Roman" panose="02020603050405020304" pitchFamily="18" charset="0"/>
              </a:rPr>
              <a:t>SEMANTIC GRADER</a:t>
            </a:r>
            <a:br>
              <a:rPr lang="en-US" sz="5400" dirty="0">
                <a:solidFill>
                  <a:schemeClr val="bg1"/>
                </a:solidFill>
                <a:latin typeface="Times New Roman" panose="02020603050405020304" pitchFamily="18" charset="0"/>
                <a:cs typeface="Times New Roman" panose="02020603050405020304" pitchFamily="18" charset="0"/>
              </a:rPr>
            </a:br>
            <a:r>
              <a:rPr lang="en-US" sz="5400" dirty="0">
                <a:solidFill>
                  <a:schemeClr val="bg1"/>
                </a:solidFill>
                <a:latin typeface="Times New Roman" panose="02020603050405020304" pitchFamily="18" charset="0"/>
                <a:cs typeface="Times New Roman" panose="02020603050405020304" pitchFamily="18" charset="0"/>
              </a:rPr>
              <a:t>SYSTEM</a:t>
            </a:r>
            <a:endParaRPr lang="en-IN" sz="5400" b="1"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596"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597"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598"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599"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00"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01"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2</a:t>
            </a:fld>
            <a:endParaRPr lang="en-US" sz="1000" dirty="0">
              <a:solidFill>
                <a:schemeClr val="tx1">
                  <a:lumMod val="50000"/>
                  <a:lumOff val="50000"/>
                </a:schemeClr>
              </a:solidFill>
            </a:endParaRPr>
          </a:p>
        </p:txBody>
      </p:sp>
      <p:sp>
        <p:nvSpPr>
          <p:cNvPr id="1048602" name="Title 4"/>
          <p:cNvSpPr>
            <a:spLocks noGrp="1"/>
          </p:cNvSpPr>
          <p:nvPr>
            <p:ph type="title"/>
          </p:nvPr>
        </p:nvSpPr>
        <p:spPr>
          <a:xfrm>
            <a:off x="708660" y="274638"/>
            <a:ext cx="7978140" cy="1143000"/>
          </a:xfrm>
        </p:spPr>
        <p:txBody>
          <a:bodyPr/>
          <a:lstStyle/>
          <a:p>
            <a:pPr algn="l"/>
            <a:r>
              <a:rPr lang="en-US" dirty="0">
                <a:solidFill>
                  <a:srgbClr val="FFFFFF"/>
                </a:solidFill>
                <a:latin typeface="Times New Roman"/>
                <a:cs typeface="Times New Roman"/>
              </a:rPr>
              <a:t>Table of Contents</a:t>
            </a:r>
            <a:endParaRPr lang="en-IN" dirty="0"/>
          </a:p>
        </p:txBody>
      </p:sp>
      <p:sp>
        <p:nvSpPr>
          <p:cNvPr id="1048603" name="TextBox 6"/>
          <p:cNvSpPr txBox="1"/>
          <p:nvPr/>
        </p:nvSpPr>
        <p:spPr>
          <a:xfrm>
            <a:off x="246189" y="1692276"/>
            <a:ext cx="8046253" cy="4560133"/>
          </a:xfrm>
          <a:prstGeom prst="rect">
            <a:avLst/>
          </a:prstGeom>
        </p:spPr>
        <p:txBody>
          <a:bodyPr vert="horz" lIns="91440" tIns="45720" rIns="91440" bIns="45720" rtlCol="0" anchor="ctr">
            <a:normAutofit fontScale="92500" lnSpcReduction="20000"/>
          </a:bodyPr>
          <a:lstStyle/>
          <a:p>
            <a:pPr marL="228600" algn="just" defTabSz="914400" fontAlgn="base">
              <a:lnSpc>
                <a:spcPct val="90000"/>
              </a:lnSpc>
              <a:spcBef>
                <a:spcPct val="0"/>
              </a:spcBef>
              <a:spcAft>
                <a:spcPts val="600"/>
              </a:spcAft>
            </a:pPr>
            <a:endParaRPr kumimoji="0" lang="en-US"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Introduction</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cy-GB" sz="2400" b="0" i="0" u="none" strike="noStrike" cap="none" normalizeH="0" baseline="0" dirty="0">
                <a:ln>
                  <a:noFill/>
                </a:ln>
                <a:effectLst/>
                <a:latin typeface="Times New Roman"/>
                <a:cs typeface="Times New Roman"/>
              </a:rPr>
              <a:t>Problem statement </a:t>
            </a:r>
            <a:endParaRPr lang="zh-CN" altLang="en-US" dirty="0"/>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cy-GB" sz="2400" b="0" i="0" u="none" strike="noStrike" cap="none" normalizeH="0" baseline="0" dirty="0">
                <a:ln>
                  <a:noFill/>
                </a:ln>
                <a:effectLst/>
                <a:latin typeface="Times New Roman"/>
                <a:cs typeface="Times New Roman"/>
              </a:rPr>
              <a:t>Literature survey</a:t>
            </a:r>
            <a:endParaRPr lang="zh-CN" altLang="en-US" dirty="0"/>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Existing system</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Proposed System</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ea typeface="Calibri"/>
                <a:cs typeface="Times New Roman"/>
              </a:rPr>
              <a:t>Hardware Requirements </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ea typeface="Calibri"/>
                <a:cs typeface="Times New Roman"/>
              </a:rPr>
              <a:t>Software Requirements </a:t>
            </a:r>
            <a:endParaRPr lang="en-US" altLang="en-US" sz="2400" b="0" i="0" u="none" strike="noStrike" cap="none" normalizeH="0" baseline="0" dirty="0">
              <a:ln>
                <a:noFill/>
              </a:ln>
              <a:effectLst/>
              <a:latin typeface="Times New Roman"/>
              <a:ea typeface="Calibri"/>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System Architecture</a:t>
            </a:r>
            <a:endParaRPr kumimoji="0" lang="en-GB"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UML diagrams</a:t>
            </a:r>
            <a:endParaRPr lang="en-US" altLang="en-US" sz="2400" b="0" i="0" u="none" strike="noStrike" cap="none" normalizeH="0" baseline="0" dirty="0">
              <a:ln>
                <a:noFill/>
              </a:ln>
              <a:effectLst/>
              <a:latin typeface="Times New Roman"/>
              <a:ea typeface="Calibri"/>
              <a:cs typeface="Times New Roman"/>
            </a:endParaRPr>
          </a:p>
          <a:p>
            <a:pPr marL="457200" indent="-228600" algn="just" defTabSz="914400" fontAlgn="base">
              <a:lnSpc>
                <a:spcPct val="90000"/>
              </a:lnSpc>
              <a:spcBef>
                <a:spcPct val="0"/>
              </a:spcBef>
              <a:spcAft>
                <a:spcPts val="600"/>
              </a:spcAft>
              <a:buFont typeface="Arial" panose="020B0604020202020204" pitchFamily="34" charset="0"/>
              <a:buChar char="•"/>
            </a:pPr>
            <a:r>
              <a:rPr lang="en-US" altLang="en-US" sz="2400" b="0" i="0" u="none" strike="noStrike" cap="none" normalizeH="0" baseline="0" dirty="0">
                <a:ln>
                  <a:noFill/>
                </a:ln>
                <a:effectLst/>
                <a:latin typeface="Times New Roman"/>
                <a:ea typeface="Calibri"/>
                <a:cs typeface="Times New Roman"/>
              </a:rPr>
              <a:t>Results</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kumimoji="0" lang="en-US" altLang="en-US" sz="2400" b="0" i="0" u="none" strike="noStrike" cap="none" normalizeH="0" baseline="0" dirty="0">
                <a:ln>
                  <a:noFill/>
                </a:ln>
                <a:effectLst/>
                <a:latin typeface="Times New Roman"/>
                <a:cs typeface="Times New Roman"/>
              </a:rPr>
              <a:t>Conclusion</a:t>
            </a:r>
            <a:endParaRPr kumimoji="0" lang="en-GB" altLang="en-US" sz="2400" b="0" i="0" u="none" strike="noStrike" cap="none" normalizeH="0" baseline="0" dirty="0">
              <a:ln>
                <a:noFill/>
              </a:ln>
              <a:effectLst/>
              <a:latin typeface="Times New Roman"/>
              <a:cs typeface="Times New Roman"/>
            </a:endParaRP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Future scope</a:t>
            </a:r>
          </a:p>
          <a:p>
            <a:pPr marL="457200" marR="0" lvl="0" indent="-228600" algn="just" defTabSz="914400" fontAlgn="base">
              <a:lnSpc>
                <a:spcPct val="90000"/>
              </a:lnSpc>
              <a:spcBef>
                <a:spcPct val="0"/>
              </a:spcBef>
              <a:spcAft>
                <a:spcPts val="600"/>
              </a:spcAft>
              <a:buClrTx/>
              <a:buSzTx/>
              <a:buFont typeface="Arial" panose="020B0604020202020204" pitchFamily="34" charset="0"/>
              <a:buChar char="•"/>
            </a:pPr>
            <a:r>
              <a:rPr lang="en-GB" altLang="en-US" sz="2400" b="0" i="0" u="none" strike="noStrike" cap="none" normalizeH="0" baseline="0" dirty="0">
                <a:ln>
                  <a:noFill/>
                </a:ln>
                <a:effectLst/>
                <a:latin typeface="Times New Roman"/>
                <a:ea typeface="Calibri"/>
                <a:cs typeface="Times New Roman"/>
              </a:rPr>
              <a:t>References</a:t>
            </a:r>
            <a:endParaRPr lang="en-US" altLang="en-US" sz="2400" b="0" i="0" u="none" strike="noStrike" cap="none" normalizeH="0" baseline="0" dirty="0">
              <a:ln>
                <a:noFill/>
              </a:ln>
              <a:effectLst/>
              <a:latin typeface="Times New Roman"/>
              <a:ea typeface="Calibri"/>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12"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3"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4"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5"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6"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17"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Introduction</a:t>
            </a:r>
            <a:endParaRPr lang="en-US" sz="3600" b="1" dirty="0">
              <a:solidFill>
                <a:srgbClr val="FFFFFF"/>
              </a:solidFill>
              <a:latin typeface="Times New Roman"/>
              <a:cs typeface="Times New Roman"/>
            </a:endParaRPr>
          </a:p>
        </p:txBody>
      </p:sp>
      <p:sp>
        <p:nvSpPr>
          <p:cNvPr id="1048618" name="Content Placeholder 2"/>
          <p:cNvSpPr>
            <a:spLocks noGrp="1"/>
          </p:cNvSpPr>
          <p:nvPr>
            <p:ph idx="1"/>
          </p:nvPr>
        </p:nvSpPr>
        <p:spPr>
          <a:xfrm>
            <a:off x="442451" y="1769805"/>
            <a:ext cx="4640825" cy="4513008"/>
          </a:xfrm>
        </p:spPr>
        <p:txBody>
          <a:bodyPr vert="horz" lIns="91440" tIns="45720" rIns="91440" bIns="45720" rtlCol="0" anchor="ctr">
            <a:normAutofit fontScale="92500" lnSpcReduction="10000"/>
          </a:bodyPr>
          <a:lstStyle/>
          <a:p>
            <a:pPr marL="0" indent="0" algn="just">
              <a:buNone/>
            </a:pPr>
            <a:r>
              <a:rPr lang="en-US" sz="2400" dirty="0">
                <a:latin typeface="Times New Roman"/>
                <a:cs typeface="Times New Roman"/>
              </a:rPr>
              <a:t>Dyslexia is a learning disorder impacting reading, spelling, and writing. Traditional grading often penalizes these students for surface-level errors rather than recognizing their conceptual understanding.  </a:t>
            </a:r>
          </a:p>
          <a:p>
            <a:pPr marL="0" indent="0" algn="just">
              <a:buNone/>
            </a:pPr>
            <a:r>
              <a:rPr lang="en-US" sz="2400" dirty="0">
                <a:latin typeface="Times New Roman"/>
                <a:cs typeface="Times New Roman"/>
              </a:rPr>
              <a:t>To solve this, the Dyslexia-Aware AI Semantic Grader uses Natural Language Processing to evaluate the meaning of responses. By focusing on semantic similarity instead of spelling, the system ensures fair assessment and promotes inclusive education.</a:t>
            </a:r>
            <a:endParaRPr lang="en-US" sz="2400" dirty="0">
              <a:latin typeface="Times New Roman"/>
              <a:ea typeface="Calibri"/>
              <a:cs typeface="Times New Roman"/>
            </a:endParaRPr>
          </a:p>
        </p:txBody>
      </p:sp>
      <p:sp>
        <p:nvSpPr>
          <p:cNvPr id="1048619"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3</a:t>
            </a:fld>
            <a:endParaRPr lang="en-US" sz="1000" dirty="0">
              <a:solidFill>
                <a:schemeClr val="tx1">
                  <a:lumMod val="50000"/>
                  <a:lumOff val="50000"/>
                </a:schemeClr>
              </a:solidFill>
            </a:endParaRPr>
          </a:p>
        </p:txBody>
      </p:sp>
      <p:pic>
        <p:nvPicPr>
          <p:cNvPr id="2097152" name="Picture 2"/>
          <p:cNvPicPr>
            <a:picLocks noChangeAspect="1"/>
          </p:cNvPicPr>
          <p:nvPr/>
        </p:nvPicPr>
        <p:blipFill>
          <a:blip r:embed="rId2"/>
          <a:stretch>
            <a:fillRect/>
          </a:stretch>
        </p:blipFill>
        <p:spPr>
          <a:xfrm>
            <a:off x="5421992" y="2231923"/>
            <a:ext cx="3523465" cy="298900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20"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1"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2"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3"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4"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25" name="Title 1"/>
          <p:cNvSpPr>
            <a:spLocks noGrp="1"/>
          </p:cNvSpPr>
          <p:nvPr>
            <p:ph type="title"/>
          </p:nvPr>
        </p:nvSpPr>
        <p:spPr>
          <a:xfrm>
            <a:off x="1028699" y="294538"/>
            <a:ext cx="7421963" cy="1033669"/>
          </a:xfrm>
        </p:spPr>
        <p:txBody>
          <a:bodyPr>
            <a:normAutofit/>
          </a:bodyPr>
          <a:lstStyle/>
          <a:p>
            <a:pPr algn="just"/>
            <a:r>
              <a:rPr lang="en-IN" sz="3600" b="1" dirty="0">
                <a:solidFill>
                  <a:srgbClr val="FFFFFF"/>
                </a:solidFill>
                <a:latin typeface="Times New Roman"/>
                <a:cs typeface="Times New Roman"/>
              </a:rPr>
              <a:t>Problem Statement</a:t>
            </a:r>
            <a:endParaRPr lang="en-US" sz="3600" b="1" dirty="0">
              <a:solidFill>
                <a:srgbClr val="FFFFFF"/>
              </a:solidFill>
              <a:latin typeface="Times New Roman"/>
              <a:cs typeface="Times New Roman"/>
            </a:endParaRPr>
          </a:p>
        </p:txBody>
      </p:sp>
      <p:sp>
        <p:nvSpPr>
          <p:cNvPr id="1048626" name="Content Placeholder 2"/>
          <p:cNvSpPr>
            <a:spLocks noGrp="1"/>
          </p:cNvSpPr>
          <p:nvPr>
            <p:ph idx="1"/>
          </p:nvPr>
        </p:nvSpPr>
        <p:spPr>
          <a:xfrm>
            <a:off x="382328" y="1759974"/>
            <a:ext cx="5635014" cy="4695457"/>
          </a:xfrm>
        </p:spPr>
        <p:txBody>
          <a:bodyPr vert="horz" lIns="91440" tIns="45720" rIns="91440" bIns="45720" rtlCol="0" anchor="ctr">
            <a:normAutofit/>
          </a:bodyPr>
          <a:lstStyle/>
          <a:p>
            <a:pPr algn="just">
              <a:buNone/>
            </a:pPr>
            <a:endParaRPr lang="en-US" sz="2000" dirty="0">
              <a:latin typeface="Times New Roman" panose="02020603050405020304" pitchFamily="18" charset="0"/>
              <a:cs typeface="Times New Roman" panose="02020603050405020304" pitchFamily="18" charset="0"/>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27"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4</a:t>
            </a:fld>
            <a:endParaRPr lang="en-US" sz="1000" dirty="0">
              <a:solidFill>
                <a:schemeClr val="tx1">
                  <a:lumMod val="50000"/>
                  <a:lumOff val="50000"/>
                </a:schemeClr>
              </a:solidFill>
            </a:endParaRPr>
          </a:p>
        </p:txBody>
      </p:sp>
      <p:sp>
        <p:nvSpPr>
          <p:cNvPr id="1048628" name="TextBox 1"/>
          <p:cNvSpPr txBox="1"/>
          <p:nvPr/>
        </p:nvSpPr>
        <p:spPr>
          <a:xfrm>
            <a:off x="835742" y="1885281"/>
            <a:ext cx="7942498" cy="2136141"/>
          </a:xfrm>
          <a:prstGeom prst="rect">
            <a:avLst/>
          </a:prstGeom>
          <a:noFill/>
        </p:spPr>
        <p:txBody>
          <a:bodyPr wrap="square" rtlCol="0">
            <a:spAutoFit/>
          </a:bodyPr>
          <a:lstStyle/>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Students with dyslexia frequently lose marks due to spelling errors, even when they demonstrate a clear understanding of the subject matter.  </a:t>
            </a:r>
          </a:p>
          <a:p>
            <a:pPr marL="457200" indent="-457200" algn="just">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There is a critical need for an intelligent system that evaluates answers based on semantic understanding rather than surface-level writing accuracy</a:t>
            </a:r>
            <a:r>
              <a:rPr lang="en-US" sz="2800" dirty="0">
                <a:latin typeface="Times New Roman" panose="02020603050405020304" pitchFamily="18" charset="0"/>
                <a:cs typeface="Times New Roman" panose="02020603050405020304" pitchFamily="18" charset="0"/>
              </a:rPr>
              <a:t>.</a:t>
            </a:r>
            <a:endParaRPr lang="en-IN" sz="2800" dirty="0">
              <a:latin typeface="Times New Roman" panose="02020603050405020304" pitchFamily="18" charset="0"/>
              <a:cs typeface="Times New Roman" panose="02020603050405020304" pitchFamily="18" charset="0"/>
            </a:endParaRPr>
          </a:p>
        </p:txBody>
      </p:sp>
      <p:pic>
        <p:nvPicPr>
          <p:cNvPr id="2097153" name="Picture 2"/>
          <p:cNvPicPr>
            <a:picLocks noChangeAspect="1"/>
          </p:cNvPicPr>
          <p:nvPr/>
        </p:nvPicPr>
        <p:blipFill>
          <a:blip r:embed="rId2"/>
          <a:stretch>
            <a:fillRect/>
          </a:stretch>
        </p:blipFill>
        <p:spPr>
          <a:xfrm>
            <a:off x="3777431" y="4380468"/>
            <a:ext cx="2413573" cy="2118581"/>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29"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0"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1"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2"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3"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4" name="Title 1"/>
          <p:cNvSpPr>
            <a:spLocks noGrp="1"/>
          </p:cNvSpPr>
          <p:nvPr>
            <p:ph type="title"/>
          </p:nvPr>
        </p:nvSpPr>
        <p:spPr>
          <a:xfrm>
            <a:off x="1028699" y="294538"/>
            <a:ext cx="7421963" cy="1033669"/>
          </a:xfrm>
        </p:spPr>
        <p:txBody>
          <a:bodyPr>
            <a:normAutofit/>
          </a:bodyPr>
          <a:lstStyle/>
          <a:p>
            <a:pPr algn="just"/>
            <a:r>
              <a:rPr lang="en-IN" sz="3600" b="1" dirty="0">
                <a:solidFill>
                  <a:schemeClr val="bg1"/>
                </a:solidFill>
                <a:latin typeface="Times New Roman" panose="02020603050405020304" pitchFamily="18" charset="0"/>
                <a:cs typeface="Times New Roman" panose="02020603050405020304" pitchFamily="18" charset="0"/>
              </a:rPr>
              <a:t>Literature Survey</a:t>
            </a:r>
            <a:endParaRPr lang="en-US" sz="3600" b="1" dirty="0">
              <a:solidFill>
                <a:srgbClr val="FFFFFF"/>
              </a:solidFill>
              <a:latin typeface="Times New Roman"/>
              <a:cs typeface="Times New Roman"/>
            </a:endParaRPr>
          </a:p>
        </p:txBody>
      </p:sp>
      <p:sp>
        <p:nvSpPr>
          <p:cNvPr id="1048635" name="Content Placeholder 2"/>
          <p:cNvSpPr>
            <a:spLocks noGrp="1"/>
          </p:cNvSpPr>
          <p:nvPr>
            <p:ph idx="1"/>
          </p:nvPr>
        </p:nvSpPr>
        <p:spPr>
          <a:xfrm>
            <a:off x="335525" y="1885280"/>
            <a:ext cx="8115137" cy="3797766"/>
          </a:xfrm>
        </p:spPr>
        <p:txBody>
          <a:bodyPr vert="horz" lIns="91440" tIns="45720" rIns="91440" bIns="45720" rtlCol="0" anchor="ctr">
            <a:normAutofit/>
          </a:bodyPr>
          <a:lstStyle/>
          <a:p>
            <a:pPr algn="just"/>
            <a:r>
              <a:rPr lang="en-US" sz="2800" dirty="0">
                <a:latin typeface="Times New Roman" panose="02020603050405020304" pitchFamily="18" charset="0"/>
                <a:cs typeface="Times New Roman" panose="02020603050405020304" pitchFamily="18" charset="0"/>
              </a:rPr>
              <a:t>Research indicates that NLP and Machine Learning can be leveraged to extract text and analyze semantic similarity. </a:t>
            </a:r>
          </a:p>
          <a:p>
            <a:pPr algn="just"/>
            <a:r>
              <a:rPr lang="en-US" sz="2800" dirty="0">
                <a:latin typeface="Times New Roman" panose="02020603050405020304" pitchFamily="18" charset="0"/>
                <a:cs typeface="Times New Roman" panose="02020603050405020304" pitchFamily="18" charset="0"/>
              </a:rPr>
              <a:t>By using datasets from sources like Kaggle, models can be trained to understand context and intent, providing a more balanced alternative to literal string-matching algorithms.</a:t>
            </a:r>
            <a:endParaRPr lang="en-IN" sz="2800" dirty="0">
              <a:latin typeface="Times New Roman" panose="02020603050405020304" pitchFamily="18" charset="0"/>
              <a:cs typeface="Times New Roman" panose="02020603050405020304" pitchFamily="18" charset="0"/>
            </a:endParaRPr>
          </a:p>
          <a:p>
            <a:pPr algn="just">
              <a:spcBef>
                <a:spcPts val="0"/>
              </a:spcBef>
              <a:spcAft>
                <a:spcPts val="600"/>
              </a:spcAft>
              <a:buFont typeface="Wingdings"/>
              <a:buChar char="q"/>
            </a:pPr>
            <a:endParaRPr lang="en-US" sz="2000" dirty="0">
              <a:latin typeface="Times New Roman"/>
              <a:ea typeface="Calibri"/>
              <a:cs typeface="Times New Roman"/>
            </a:endParaRPr>
          </a:p>
        </p:txBody>
      </p:sp>
      <p:sp>
        <p:nvSpPr>
          <p:cNvPr id="1048636"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5</a:t>
            </a:fld>
            <a:endParaRPr lang="en-US" sz="1000" dirty="0">
              <a:solidFill>
                <a:schemeClr val="tx1">
                  <a:lumMod val="50000"/>
                  <a:lumOff val="50000"/>
                </a:schemeClr>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37"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8"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39"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0"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1"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2" name="Title 1"/>
          <p:cNvSpPr>
            <a:spLocks noGrp="1"/>
          </p:cNvSpPr>
          <p:nvPr>
            <p:ph type="title"/>
          </p:nvPr>
        </p:nvSpPr>
        <p:spPr>
          <a:xfrm>
            <a:off x="1028699" y="294538"/>
            <a:ext cx="7421963" cy="1033669"/>
          </a:xfrm>
        </p:spPr>
        <p:txBody>
          <a:bodyPr>
            <a:normAutofit/>
          </a:bodyPr>
          <a:lstStyle/>
          <a:p>
            <a:pPr algn="just"/>
            <a:r>
              <a:rPr lang="en-IN" sz="3600" b="1" dirty="0">
                <a:solidFill>
                  <a:schemeClr val="bg1"/>
                </a:solidFill>
                <a:latin typeface="Times New Roman" panose="02020603050405020304" pitchFamily="18" charset="0"/>
                <a:cs typeface="Times New Roman" panose="02020603050405020304" pitchFamily="18" charset="0"/>
              </a:rPr>
              <a:t>Existing System</a:t>
            </a:r>
            <a:endParaRPr lang="en-US" sz="3600" b="1" dirty="0">
              <a:solidFill>
                <a:srgbClr val="FFFFFF"/>
              </a:solidFill>
              <a:latin typeface="Times New Roman"/>
              <a:cs typeface="Times New Roman"/>
            </a:endParaRPr>
          </a:p>
        </p:txBody>
      </p:sp>
      <p:sp>
        <p:nvSpPr>
          <p:cNvPr id="1048643" name="Content Placeholder 2"/>
          <p:cNvSpPr>
            <a:spLocks noGrp="1"/>
          </p:cNvSpPr>
          <p:nvPr>
            <p:ph idx="1"/>
          </p:nvPr>
        </p:nvSpPr>
        <p:spPr>
          <a:xfrm>
            <a:off x="401152" y="294538"/>
            <a:ext cx="8377085" cy="7223678"/>
          </a:xfrm>
        </p:spPr>
        <p:txBody>
          <a:bodyPr vert="horz" lIns="91440" tIns="45720" rIns="91440" bIns="45720" rtlCol="0" anchor="ctr">
            <a:normAutofit/>
          </a:bodyPr>
          <a:lstStyle/>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Current grading methods are primarily manual or rely on basic automated tools that penalize spelling mistakes.</a:t>
            </a: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Limitations: Manual grading is time-consuming and often fails to recognize the intended meaning behind misspelled words. </a:t>
            </a:r>
          </a:p>
          <a:p>
            <a:pPr algn="just">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Impact: This creates an unfair bias against dyslexic students, leading to lower marks despite having the correct concepts</a:t>
            </a:r>
            <a:r>
              <a:rPr lang="en-US" dirty="0">
                <a:latin typeface="Times New Roman" panose="02020603050405020304" pitchFamily="18" charset="0"/>
                <a:cs typeface="Times New Roman" panose="02020603050405020304" pitchFamily="18" charset="0"/>
              </a:rPr>
              <a:t>.</a:t>
            </a:r>
            <a:endParaRPr lang="en-US" sz="2000" dirty="0">
              <a:latin typeface="Times New Roman"/>
              <a:ea typeface="Calibri"/>
              <a:cs typeface="Times New Roman"/>
            </a:endParaRPr>
          </a:p>
        </p:txBody>
      </p:sp>
      <p:sp>
        <p:nvSpPr>
          <p:cNvPr id="1048644"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6</a:t>
            </a:fld>
            <a:endParaRPr lang="en-US" sz="1000" dirty="0">
              <a:solidFill>
                <a:schemeClr val="tx1">
                  <a:lumMod val="50000"/>
                  <a:lumOff val="50000"/>
                </a:schemeClr>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45"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6"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7"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8"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49"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0" name="Title 1"/>
          <p:cNvSpPr>
            <a:spLocks noGrp="1"/>
          </p:cNvSpPr>
          <p:nvPr>
            <p:ph type="title"/>
          </p:nvPr>
        </p:nvSpPr>
        <p:spPr>
          <a:xfrm>
            <a:off x="1028699" y="294538"/>
            <a:ext cx="7421963" cy="1033669"/>
          </a:xfrm>
        </p:spPr>
        <p:txBody>
          <a:bodyPr>
            <a:normAutofit/>
          </a:bodyPr>
          <a:lstStyle/>
          <a:p>
            <a:pPr algn="just"/>
            <a:r>
              <a:rPr lang="en-US" sz="3600" b="1" dirty="0">
                <a:solidFill>
                  <a:schemeClr val="bg1"/>
                </a:solidFill>
                <a:latin typeface="Times New Roman"/>
                <a:cs typeface="Times New Roman"/>
              </a:rPr>
              <a:t>Proposed System</a:t>
            </a:r>
            <a:endParaRPr lang="en-US" sz="3600" b="1" dirty="0">
              <a:solidFill>
                <a:srgbClr val="FFFFFF"/>
              </a:solidFill>
              <a:latin typeface="Times New Roman"/>
              <a:cs typeface="Times New Roman"/>
            </a:endParaRPr>
          </a:p>
        </p:txBody>
      </p:sp>
      <p:sp>
        <p:nvSpPr>
          <p:cNvPr id="1048651" name="Content Placeholder 2"/>
          <p:cNvSpPr>
            <a:spLocks noGrp="1"/>
          </p:cNvSpPr>
          <p:nvPr>
            <p:ph idx="1"/>
          </p:nvPr>
        </p:nvSpPr>
        <p:spPr>
          <a:xfrm>
            <a:off x="382328" y="1622744"/>
            <a:ext cx="8068334" cy="5235255"/>
          </a:xfrm>
        </p:spPr>
        <p:txBody>
          <a:bodyPr vert="horz" lIns="91440" tIns="45720" rIns="91440" bIns="45720" rtlCol="0" anchor="ctr">
            <a:normAutofit/>
          </a:bodyPr>
          <a:lstStyle/>
          <a:p>
            <a:pPr algn="just">
              <a:spcBef>
                <a:spcPts val="0"/>
              </a:spcBef>
              <a:spcAft>
                <a:spcPts val="600"/>
              </a:spcAft>
              <a:buFont typeface="Wingdings"/>
              <a:buChar char="q"/>
            </a:pPr>
            <a:r>
              <a:rPr lang="en-US" sz="2800" dirty="0">
                <a:latin typeface="Times New Roman"/>
                <a:ea typeface="Calibri"/>
                <a:cs typeface="Times New Roman"/>
              </a:rPr>
              <a:t>The proposed system uses a combination of AI and NLP to create a "Dyslexia-friendly" evaluation environment.  </a:t>
            </a:r>
          </a:p>
          <a:p>
            <a:pPr algn="just">
              <a:spcBef>
                <a:spcPts val="0"/>
              </a:spcBef>
              <a:spcAft>
                <a:spcPts val="600"/>
              </a:spcAft>
              <a:buFont typeface="Wingdings"/>
              <a:buChar char="q"/>
            </a:pPr>
            <a:r>
              <a:rPr lang="en-US" sz="2800" dirty="0">
                <a:latin typeface="Times New Roman"/>
                <a:ea typeface="Calibri"/>
                <a:cs typeface="Times New Roman"/>
              </a:rPr>
              <a:t>Meaning-Based Scoring: Marks are awarded based on how closely the student's concept matches the reference answer.  </a:t>
            </a:r>
          </a:p>
          <a:p>
            <a:pPr algn="just">
              <a:spcBef>
                <a:spcPts val="0"/>
              </a:spcBef>
              <a:spcAft>
                <a:spcPts val="600"/>
              </a:spcAft>
              <a:buFont typeface="Wingdings"/>
              <a:buChar char="q"/>
            </a:pPr>
            <a:r>
              <a:rPr lang="en-US" sz="2800" dirty="0">
                <a:latin typeface="Times New Roman"/>
                <a:ea typeface="Calibri"/>
                <a:cs typeface="Times New Roman"/>
              </a:rPr>
              <a:t>Inclusive Design: It supports inclusive learning by recognizing the knowledge of students with learning disabilities.</a:t>
            </a:r>
          </a:p>
        </p:txBody>
      </p:sp>
      <p:sp>
        <p:nvSpPr>
          <p:cNvPr id="1048652"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7</a:t>
            </a:fld>
            <a:endParaRPr lang="en-US" sz="1000" dirty="0">
              <a:solidFill>
                <a:schemeClr val="tx1">
                  <a:lumMod val="50000"/>
                  <a:lumOff val="50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53"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4"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5"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6"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7"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58"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Hardware Requirements</a:t>
            </a:r>
            <a:endParaRPr lang="en-US" sz="3600" b="1" dirty="0">
              <a:solidFill>
                <a:srgbClr val="FFFFFF"/>
              </a:solidFill>
              <a:latin typeface="Times New Roman"/>
              <a:cs typeface="Times New Roman"/>
            </a:endParaRPr>
          </a:p>
        </p:txBody>
      </p:sp>
      <p:sp>
        <p:nvSpPr>
          <p:cNvPr id="1048659" name="Content Placeholder 2"/>
          <p:cNvSpPr>
            <a:spLocks noGrp="1"/>
          </p:cNvSpPr>
          <p:nvPr>
            <p:ph idx="1"/>
          </p:nvPr>
        </p:nvSpPr>
        <p:spPr>
          <a:xfrm>
            <a:off x="782320" y="436880"/>
            <a:ext cx="7640967" cy="6126583"/>
          </a:xfrm>
        </p:spPr>
        <p:txBody>
          <a:bodyPr vert="horz" lIns="91440" tIns="45720" rIns="91440" bIns="45720" rtlCol="0" anchor="ctr">
            <a:normAutofit/>
          </a:bodyPr>
          <a:lstStyle/>
          <a:p>
            <a:pPr algn="just"/>
            <a:r>
              <a:rPr lang="en-US" sz="2800" dirty="0">
                <a:latin typeface="Times New Roman"/>
                <a:ea typeface="+mn-lt"/>
                <a:cs typeface="Times New Roman"/>
              </a:rPr>
              <a:t>Standard modern processor (Intel i5 or higher)</a:t>
            </a:r>
          </a:p>
          <a:p>
            <a:pPr algn="just"/>
            <a:r>
              <a:rPr lang="en-US" sz="2800" dirty="0">
                <a:latin typeface="Times New Roman"/>
                <a:ea typeface="+mn-lt"/>
                <a:cs typeface="Times New Roman"/>
              </a:rPr>
              <a:t>8GB RAM, </a:t>
            </a:r>
          </a:p>
          <a:p>
            <a:pPr algn="just"/>
            <a:r>
              <a:rPr lang="en-US" sz="2800" dirty="0">
                <a:latin typeface="Times New Roman"/>
                <a:ea typeface="+mn-lt"/>
                <a:cs typeface="Times New Roman"/>
              </a:rPr>
              <a:t>SSD storage for efficient model processing.</a:t>
            </a:r>
            <a:endParaRPr lang="en-US" sz="2800" dirty="0">
              <a:latin typeface="Times New Roman"/>
              <a:ea typeface="Calibri"/>
              <a:cs typeface="Times New Roman"/>
            </a:endParaRPr>
          </a:p>
        </p:txBody>
      </p:sp>
      <p:sp>
        <p:nvSpPr>
          <p:cNvPr id="1048660"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8</a:t>
            </a:fld>
            <a:endParaRPr lang="en-US" sz="1000" dirty="0">
              <a:solidFill>
                <a:schemeClr val="tx1">
                  <a:lumMod val="50000"/>
                  <a:lumOff val="50000"/>
                </a:schemeClr>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61"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62"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63"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64"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65"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66"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Software Requirements</a:t>
            </a:r>
            <a:endParaRPr lang="en-US" sz="3600" b="1" dirty="0">
              <a:solidFill>
                <a:srgbClr val="FFFFFF"/>
              </a:solidFill>
              <a:latin typeface="Times New Roman"/>
              <a:cs typeface="Times New Roman"/>
            </a:endParaRPr>
          </a:p>
        </p:txBody>
      </p:sp>
      <p:sp>
        <p:nvSpPr>
          <p:cNvPr id="1048667" name="Content Placeholder 2"/>
          <p:cNvSpPr>
            <a:spLocks noGrp="1"/>
          </p:cNvSpPr>
          <p:nvPr>
            <p:ph idx="1"/>
          </p:nvPr>
        </p:nvSpPr>
        <p:spPr>
          <a:xfrm>
            <a:off x="904240" y="487680"/>
            <a:ext cx="7546422" cy="6370319"/>
          </a:xfrm>
        </p:spPr>
        <p:txBody>
          <a:bodyPr vert="horz" lIns="91440" tIns="45720" rIns="91440" bIns="45720" rtlCol="0" anchor="ctr">
            <a:normAutofit/>
          </a:bodyPr>
          <a:lstStyle/>
          <a:p>
            <a:pPr algn="just"/>
            <a:r>
              <a:rPr lang="en-US" sz="2800" dirty="0">
                <a:latin typeface="Times New Roman"/>
                <a:ea typeface="+mn-lt"/>
                <a:cs typeface="Times New Roman"/>
              </a:rPr>
              <a:t>Language: Python.  </a:t>
            </a:r>
          </a:p>
          <a:p>
            <a:pPr algn="just"/>
            <a:r>
              <a:rPr lang="en-US" sz="2800" dirty="0">
                <a:latin typeface="Times New Roman"/>
                <a:ea typeface="+mn-lt"/>
                <a:cs typeface="Times New Roman"/>
              </a:rPr>
              <a:t>Libraries: NLP libraries, Machine Learning models, and Text Similarity Algorithms. </a:t>
            </a:r>
          </a:p>
          <a:p>
            <a:pPr algn="just"/>
            <a:r>
              <a:rPr lang="en-US" sz="2800" dirty="0">
                <a:latin typeface="Times New Roman"/>
                <a:ea typeface="+mn-lt"/>
                <a:cs typeface="Times New Roman"/>
              </a:rPr>
              <a:t>Dataset: Kaggle-sourced data for training.</a:t>
            </a:r>
            <a:endParaRPr lang="en-US" sz="2000" dirty="0">
              <a:latin typeface="Times New Roman"/>
              <a:ea typeface="Calibri"/>
              <a:cs typeface="Times New Roman"/>
            </a:endParaRPr>
          </a:p>
        </p:txBody>
      </p:sp>
      <p:sp>
        <p:nvSpPr>
          <p:cNvPr id="1048668"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9</a:t>
            </a:fld>
            <a:endParaRPr lang="en-US" sz="1000" dirty="0">
              <a:solidFill>
                <a:schemeClr val="tx1">
                  <a:lumMod val="50000"/>
                  <a:lumOff val="50000"/>
                </a:schemeClr>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669"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0"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1"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2"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3"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4"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ea typeface="Calibri"/>
                <a:cs typeface="Times New Roman"/>
              </a:rPr>
              <a:t>System Architecture </a:t>
            </a:r>
            <a:endParaRPr lang="en-US" sz="3600" b="1" dirty="0">
              <a:solidFill>
                <a:srgbClr val="FFFFFF"/>
              </a:solidFill>
              <a:latin typeface="Times New Roman"/>
              <a:cs typeface="Times New Roman"/>
            </a:endParaRPr>
          </a:p>
        </p:txBody>
      </p:sp>
      <p:sp>
        <p:nvSpPr>
          <p:cNvPr id="1048675"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10</a:t>
            </a:fld>
            <a:endParaRPr lang="en-US" sz="1000" dirty="0">
              <a:solidFill>
                <a:schemeClr val="tx1">
                  <a:lumMod val="50000"/>
                  <a:lumOff val="50000"/>
                </a:schemeClr>
              </a:solidFill>
            </a:endParaRPr>
          </a:p>
        </p:txBody>
      </p:sp>
      <p:pic>
        <p:nvPicPr>
          <p:cNvPr id="5" name="Content Placeholder 4">
            <a:extLst>
              <a:ext uri="{FF2B5EF4-FFF2-40B4-BE49-F238E27FC236}">
                <a16:creationId xmlns:a16="http://schemas.microsoft.com/office/drawing/2014/main" id="{2B59D333-FB85-B87E-0DA6-2FC88A82C640}"/>
              </a:ext>
            </a:extLst>
          </p:cNvPr>
          <p:cNvPicPr>
            <a:picLocks noGrp="1" noChangeAspect="1"/>
          </p:cNvPicPr>
          <p:nvPr>
            <p:ph idx="1"/>
          </p:nvPr>
        </p:nvPicPr>
        <p:blipFill>
          <a:blip r:embed="rId2"/>
          <a:stretch>
            <a:fillRect/>
          </a:stretch>
        </p:blipFill>
        <p:spPr>
          <a:xfrm>
            <a:off x="206477" y="1966453"/>
            <a:ext cx="8799485" cy="41295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2"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3"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kern="1200" dirty="0">
                <a:solidFill>
                  <a:schemeClr val="bg1"/>
                </a:solidFill>
                <a:latin typeface="Times New Roman"/>
                <a:cs typeface="Times New Roman"/>
              </a:rPr>
              <a:t>Class Diagram</a:t>
            </a:r>
          </a:p>
        </p:txBody>
      </p:sp>
      <p:sp>
        <p:nvSpPr>
          <p:cNvPr id="1048684"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11</a:t>
            </a:fld>
            <a:endParaRPr lang="en-US" dirty="0"/>
          </a:p>
        </p:txBody>
      </p:sp>
      <p:pic>
        <p:nvPicPr>
          <p:cNvPr id="5" name="Content Placeholder 4">
            <a:extLst>
              <a:ext uri="{FF2B5EF4-FFF2-40B4-BE49-F238E27FC236}">
                <a16:creationId xmlns:a16="http://schemas.microsoft.com/office/drawing/2014/main" id="{2B028974-53B9-5750-7270-7F091D6F0B09}"/>
              </a:ext>
            </a:extLst>
          </p:cNvPr>
          <p:cNvPicPr>
            <a:picLocks noGrp="1" noChangeAspect="1"/>
          </p:cNvPicPr>
          <p:nvPr>
            <p:ph idx="1"/>
          </p:nvPr>
        </p:nvPicPr>
        <p:blipFill>
          <a:blip r:embed="rId2"/>
          <a:stretch>
            <a:fillRect/>
          </a:stretch>
        </p:blipFill>
        <p:spPr>
          <a:xfrm>
            <a:off x="137652" y="1769805"/>
            <a:ext cx="9006348" cy="4277033"/>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6"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77"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kern="1200" dirty="0">
                <a:solidFill>
                  <a:schemeClr val="bg1"/>
                </a:solidFill>
                <a:latin typeface="Times New Roman"/>
                <a:cs typeface="Times New Roman"/>
              </a:rPr>
              <a:t>Use Case Diagram</a:t>
            </a:r>
          </a:p>
        </p:txBody>
      </p:sp>
      <p:sp>
        <p:nvSpPr>
          <p:cNvPr id="1048678"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12</a:t>
            </a:fld>
            <a:endParaRPr lang="en-US" dirty="0"/>
          </a:p>
        </p:txBody>
      </p:sp>
      <p:pic>
        <p:nvPicPr>
          <p:cNvPr id="3" name="Picture 2">
            <a:extLst>
              <a:ext uri="{FF2B5EF4-FFF2-40B4-BE49-F238E27FC236}">
                <a16:creationId xmlns:a16="http://schemas.microsoft.com/office/drawing/2014/main" id="{069B0A58-F70C-E508-4549-432B396AAFCC}"/>
              </a:ext>
            </a:extLst>
          </p:cNvPr>
          <p:cNvPicPr>
            <a:picLocks noChangeAspect="1"/>
          </p:cNvPicPr>
          <p:nvPr/>
        </p:nvPicPr>
        <p:blipFill>
          <a:blip r:embed="rId2"/>
          <a:stretch>
            <a:fillRect/>
          </a:stretch>
        </p:blipFill>
        <p:spPr>
          <a:xfrm>
            <a:off x="226142" y="2064773"/>
            <a:ext cx="8731045" cy="39034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5"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6"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b="1" dirty="0">
                <a:solidFill>
                  <a:srgbClr val="FFFFFF"/>
                </a:solidFill>
                <a:latin typeface="Times New Roman"/>
                <a:cs typeface="Times New Roman"/>
              </a:rPr>
              <a:t>Sequence Diagram</a:t>
            </a:r>
            <a:endParaRPr lang="en-US" sz="2800" kern="1200" dirty="0">
              <a:solidFill>
                <a:schemeClr val="bg1"/>
              </a:solidFill>
              <a:latin typeface="Times New Roman"/>
              <a:cs typeface="Times New Roman"/>
            </a:endParaRPr>
          </a:p>
        </p:txBody>
      </p:sp>
      <p:sp>
        <p:nvSpPr>
          <p:cNvPr id="1048687"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13</a:t>
            </a:fld>
            <a:endParaRPr lang="en-US" dirty="0"/>
          </a:p>
        </p:txBody>
      </p:sp>
      <p:pic>
        <p:nvPicPr>
          <p:cNvPr id="5" name="Content Placeholder 4">
            <a:extLst>
              <a:ext uri="{FF2B5EF4-FFF2-40B4-BE49-F238E27FC236}">
                <a16:creationId xmlns:a16="http://schemas.microsoft.com/office/drawing/2014/main" id="{F94594EE-8231-68F4-B4AB-7E0D79EFC10E}"/>
              </a:ext>
            </a:extLst>
          </p:cNvPr>
          <p:cNvPicPr>
            <a:picLocks noGrp="1" noChangeAspect="1"/>
          </p:cNvPicPr>
          <p:nvPr>
            <p:ph idx="1"/>
          </p:nvPr>
        </p:nvPicPr>
        <p:blipFill>
          <a:blip r:embed="rId2"/>
          <a:stretch>
            <a:fillRect/>
          </a:stretch>
        </p:blipFill>
        <p:spPr>
          <a:xfrm>
            <a:off x="93406" y="1478109"/>
            <a:ext cx="8957187" cy="496684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79"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0"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dirty="0">
                <a:solidFill>
                  <a:schemeClr val="bg1"/>
                </a:solidFill>
                <a:latin typeface="Times New Roman"/>
                <a:cs typeface="Times New Roman"/>
              </a:rPr>
              <a:t>Activity</a:t>
            </a:r>
            <a:r>
              <a:rPr lang="en-US" sz="2800" kern="1200" dirty="0">
                <a:solidFill>
                  <a:schemeClr val="bg1"/>
                </a:solidFill>
                <a:latin typeface="Times New Roman"/>
                <a:cs typeface="Times New Roman"/>
              </a:rPr>
              <a:t> Diagram</a:t>
            </a:r>
          </a:p>
        </p:txBody>
      </p:sp>
      <p:sp>
        <p:nvSpPr>
          <p:cNvPr id="1048681"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14</a:t>
            </a:fld>
            <a:endParaRPr lang="en-US" dirty="0"/>
          </a:p>
        </p:txBody>
      </p:sp>
      <p:pic>
        <p:nvPicPr>
          <p:cNvPr id="5" name="Content Placeholder 4">
            <a:extLst>
              <a:ext uri="{FF2B5EF4-FFF2-40B4-BE49-F238E27FC236}">
                <a16:creationId xmlns:a16="http://schemas.microsoft.com/office/drawing/2014/main" id="{E6A7F188-0A95-0912-F410-5DA65C7F8D07}"/>
              </a:ext>
            </a:extLst>
          </p:cNvPr>
          <p:cNvPicPr>
            <a:picLocks noGrp="1" noChangeAspect="1"/>
          </p:cNvPicPr>
          <p:nvPr>
            <p:ph idx="1"/>
          </p:nvPr>
        </p:nvPicPr>
        <p:blipFill>
          <a:blip r:embed="rId2"/>
          <a:stretch>
            <a:fillRect/>
          </a:stretch>
        </p:blipFill>
        <p:spPr>
          <a:xfrm>
            <a:off x="2438400" y="1396588"/>
            <a:ext cx="4345858" cy="546141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88" name="Rectangle 1048655"/>
          <p:cNvSpPr>
            <a:spLocks noGrp="1" noRot="1" noChangeAspect="1" noMove="1" noResize="1" noEditPoints="1" noAdjustHandles="1" noChangeArrowheads="1" noChangeShapeType="1" noTextEdit="1"/>
          </p:cNvSpPr>
          <p:nvPr/>
        </p:nvSpPr>
        <p:spPr>
          <a:xfrm>
            <a:off x="0" y="651752"/>
            <a:ext cx="9144000" cy="736551"/>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689" name="Title 1"/>
          <p:cNvSpPr>
            <a:spLocks noGrp="1"/>
          </p:cNvSpPr>
          <p:nvPr>
            <p:ph type="title"/>
          </p:nvPr>
        </p:nvSpPr>
        <p:spPr>
          <a:xfrm>
            <a:off x="417399" y="643467"/>
            <a:ext cx="8408193" cy="744836"/>
          </a:xfrm>
        </p:spPr>
        <p:txBody>
          <a:bodyPr vert="horz" lIns="91440" tIns="45720" rIns="91440" bIns="45720" rtlCol="0" anchor="ctr">
            <a:normAutofit/>
          </a:bodyPr>
          <a:lstStyle/>
          <a:p>
            <a:pPr algn="l" defTabSz="914400">
              <a:lnSpc>
                <a:spcPct val="90000"/>
              </a:lnSpc>
              <a:defRPr sz="4000" b="1">
                <a:solidFill>
                  <a:srgbClr val="0066CC"/>
                </a:solidFill>
              </a:defRPr>
            </a:pPr>
            <a:r>
              <a:rPr lang="en-US" sz="2800" b="1" dirty="0">
                <a:solidFill>
                  <a:srgbClr val="FFFFFF"/>
                </a:solidFill>
                <a:latin typeface="Times New Roman"/>
                <a:cs typeface="Times New Roman"/>
              </a:rPr>
              <a:t>State Diagram</a:t>
            </a:r>
            <a:endParaRPr lang="en-US" sz="2800" kern="1200" dirty="0">
              <a:solidFill>
                <a:schemeClr val="bg1"/>
              </a:solidFill>
              <a:latin typeface="Times New Roman"/>
              <a:cs typeface="Times New Roman"/>
            </a:endParaRPr>
          </a:p>
        </p:txBody>
      </p:sp>
      <p:sp>
        <p:nvSpPr>
          <p:cNvPr id="1048690" name="Slide Number Placeholder 4"/>
          <p:cNvSpPr>
            <a:spLocks noGrp="1"/>
          </p:cNvSpPr>
          <p:nvPr>
            <p:ph type="sldNum" sz="quarter" idx="12"/>
          </p:nvPr>
        </p:nvSpPr>
        <p:spPr>
          <a:xfrm>
            <a:off x="6457950" y="6356350"/>
            <a:ext cx="2057400" cy="365125"/>
          </a:xfrm>
        </p:spPr>
        <p:txBody>
          <a:bodyPr vert="horz" lIns="91440" tIns="45720" rIns="91440" bIns="45720" rtlCol="0" anchor="ctr">
            <a:normAutofit/>
          </a:bodyPr>
          <a:lstStyle/>
          <a:p>
            <a:pPr defTabSz="914400">
              <a:spcAft>
                <a:spcPts val="600"/>
              </a:spcAft>
            </a:pPr>
            <a:fld id="{C1FF6DA9-008F-8B48-92A6-B652298478BF}" type="slidenum">
              <a:rPr lang="en-US" smtClean="0"/>
              <a:pPr defTabSz="914400">
                <a:spcAft>
                  <a:spcPts val="600"/>
                </a:spcAft>
              </a:pPr>
              <a:t>15</a:t>
            </a:fld>
            <a:endParaRPr lang="en-US" dirty="0"/>
          </a:p>
        </p:txBody>
      </p:sp>
      <p:pic>
        <p:nvPicPr>
          <p:cNvPr id="5" name="Content Placeholder 4">
            <a:extLst>
              <a:ext uri="{FF2B5EF4-FFF2-40B4-BE49-F238E27FC236}">
                <a16:creationId xmlns:a16="http://schemas.microsoft.com/office/drawing/2014/main" id="{7B2107E3-6298-FDE8-1753-2801986BB9EA}"/>
              </a:ext>
            </a:extLst>
          </p:cNvPr>
          <p:cNvPicPr>
            <a:picLocks noGrp="1" noChangeAspect="1"/>
          </p:cNvPicPr>
          <p:nvPr>
            <p:ph idx="1"/>
          </p:nvPr>
        </p:nvPicPr>
        <p:blipFill>
          <a:blip r:embed="rId2"/>
          <a:stretch>
            <a:fillRect/>
          </a:stretch>
        </p:blipFill>
        <p:spPr>
          <a:xfrm>
            <a:off x="1858297" y="1388302"/>
            <a:ext cx="4599653" cy="5469697"/>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00"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1"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2"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3"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4"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5"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Results </a:t>
            </a:r>
          </a:p>
        </p:txBody>
      </p:sp>
      <p:sp>
        <p:nvSpPr>
          <p:cNvPr id="1048706"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16</a:t>
            </a:fld>
            <a:endParaRPr lang="en-US" sz="1000" dirty="0">
              <a:solidFill>
                <a:schemeClr val="tx1">
                  <a:lumMod val="50000"/>
                  <a:lumOff val="50000"/>
                </a:schemeClr>
              </a:solidFill>
            </a:endParaRPr>
          </a:p>
        </p:txBody>
      </p:sp>
      <p:pic>
        <p:nvPicPr>
          <p:cNvPr id="2097163" name="Content Placeholder 5"/>
          <p:cNvPicPr>
            <a:picLocks noGrp="1" noChangeAspect="1"/>
          </p:cNvPicPr>
          <p:nvPr>
            <p:ph idx="1"/>
          </p:nvPr>
        </p:nvPicPr>
        <p:blipFill>
          <a:blip r:embed="rId2"/>
          <a:srcRect b="3665"/>
          <a:stretch>
            <a:fillRect/>
          </a:stretch>
        </p:blipFill>
        <p:spPr>
          <a:xfrm>
            <a:off x="380503" y="1885279"/>
            <a:ext cx="8564954" cy="4641236"/>
          </a:xfr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07"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8"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09"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0"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1"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2" name="Title 1"/>
          <p:cNvSpPr>
            <a:spLocks noGrp="1"/>
          </p:cNvSpPr>
          <p:nvPr>
            <p:ph type="title"/>
          </p:nvPr>
        </p:nvSpPr>
        <p:spPr>
          <a:xfrm>
            <a:off x="1117600" y="203200"/>
            <a:ext cx="7681888" cy="1125007"/>
          </a:xfrm>
        </p:spPr>
        <p:txBody>
          <a:bodyPr>
            <a:normAutofit/>
          </a:bodyPr>
          <a:lstStyle/>
          <a:p>
            <a:pPr algn="just"/>
            <a:r>
              <a:rPr lang="en-US" sz="2800" b="1" dirty="0">
                <a:solidFill>
                  <a:schemeClr val="bg1"/>
                </a:solidFill>
                <a:latin typeface="Times New Roman" panose="02020603050405020304" pitchFamily="18" charset="0"/>
                <a:cs typeface="Times New Roman" panose="02020603050405020304" pitchFamily="18" charset="0"/>
              </a:rPr>
              <a:t>Response Input &amp; Model Reference Answer</a:t>
            </a:r>
          </a:p>
        </p:txBody>
      </p:sp>
      <p:sp>
        <p:nvSpPr>
          <p:cNvPr id="1048713"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17</a:t>
            </a:fld>
            <a:endParaRPr lang="en-US" sz="1000" dirty="0">
              <a:solidFill>
                <a:schemeClr val="tx1">
                  <a:lumMod val="50000"/>
                  <a:lumOff val="50000"/>
                </a:schemeClr>
              </a:solidFill>
            </a:endParaRPr>
          </a:p>
        </p:txBody>
      </p:sp>
      <p:pic>
        <p:nvPicPr>
          <p:cNvPr id="2097164" name="Content Placeholder 4"/>
          <p:cNvPicPr>
            <a:picLocks noGrp="1" noChangeAspect="1"/>
          </p:cNvPicPr>
          <p:nvPr>
            <p:ph idx="1"/>
          </p:nvPr>
        </p:nvPicPr>
        <p:blipFill>
          <a:blip r:embed="rId2"/>
          <a:stretch>
            <a:fillRect/>
          </a:stretch>
        </p:blipFill>
        <p:spPr>
          <a:xfrm>
            <a:off x="445146" y="1891970"/>
            <a:ext cx="8046156" cy="4525963"/>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14" name="Rectangle 22"/>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5" name="Rectangle 2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6" name="Rectangle 2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7" name="Rectangle 25"/>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8" name="Rectangle 26"/>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19" name="Title 1"/>
          <p:cNvSpPr>
            <a:spLocks noGrp="1"/>
          </p:cNvSpPr>
          <p:nvPr>
            <p:ph type="title"/>
          </p:nvPr>
        </p:nvSpPr>
        <p:spPr>
          <a:xfrm>
            <a:off x="1028699" y="294538"/>
            <a:ext cx="7421963" cy="1033669"/>
          </a:xfrm>
        </p:spPr>
        <p:txBody>
          <a:bodyPr>
            <a:normAutofit/>
          </a:bodyPr>
          <a:lstStyle/>
          <a:p>
            <a:pPr algn="just"/>
            <a:r>
              <a:rPr lang="en-US" sz="3600" b="1" dirty="0">
                <a:solidFill>
                  <a:srgbClr val="FFFFFF"/>
                </a:solidFill>
                <a:latin typeface="Times New Roman"/>
                <a:cs typeface="Times New Roman"/>
              </a:rPr>
              <a:t>Evaluation Pipeline</a:t>
            </a:r>
          </a:p>
        </p:txBody>
      </p:sp>
      <p:sp>
        <p:nvSpPr>
          <p:cNvPr id="1048720" name="Slide Number Placeholder 3"/>
          <p:cNvSpPr>
            <a:spLocks noGrp="1"/>
          </p:cNvSpPr>
          <p:nvPr>
            <p:ph type="sldNum" sz="quarter" idx="12"/>
          </p:nvPr>
        </p:nvSpPr>
        <p:spPr>
          <a:xfrm>
            <a:off x="8778240" y="6455431"/>
            <a:ext cx="334434" cy="365125"/>
          </a:xfrm>
        </p:spPr>
        <p:txBody>
          <a:bodyPr>
            <a:normAutofit/>
          </a:bodyPr>
          <a:lstStyle/>
          <a:p>
            <a:pPr algn="just">
              <a:spcAft>
                <a:spcPts val="600"/>
              </a:spcAft>
            </a:pPr>
            <a:fld id="{C1FF6DA9-008F-8B48-92A6-B652298478BF}" type="slidenum">
              <a:rPr lang="en-US" sz="1000">
                <a:solidFill>
                  <a:schemeClr val="tx1">
                    <a:lumMod val="50000"/>
                    <a:lumOff val="50000"/>
                  </a:schemeClr>
                </a:solidFill>
              </a:rPr>
              <a:pPr algn="just">
                <a:spcAft>
                  <a:spcPts val="600"/>
                </a:spcAft>
              </a:pPr>
              <a:t>18</a:t>
            </a:fld>
            <a:endParaRPr lang="en-US" sz="1000" dirty="0">
              <a:solidFill>
                <a:schemeClr val="tx1">
                  <a:lumMod val="50000"/>
                  <a:lumOff val="50000"/>
                </a:schemeClr>
              </a:solidFill>
            </a:endParaRPr>
          </a:p>
        </p:txBody>
      </p:sp>
      <p:pic>
        <p:nvPicPr>
          <p:cNvPr id="2097165" name="Content Placeholder 5"/>
          <p:cNvPicPr>
            <a:picLocks noGrp="1" noChangeAspect="1"/>
          </p:cNvPicPr>
          <p:nvPr>
            <p:ph idx="1"/>
          </p:nvPr>
        </p:nvPicPr>
        <p:blipFill>
          <a:blip r:embed="rId2"/>
          <a:stretch>
            <a:fillRect/>
          </a:stretch>
        </p:blipFill>
        <p:spPr>
          <a:xfrm>
            <a:off x="404506" y="1885279"/>
            <a:ext cx="8046156" cy="4525963"/>
          </a:xfr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21" name="Rectangle 1048711"/>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22" name="Rectangle 104871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23" name="Rectangle 104871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24" name="Rectangle 1048710"/>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25" name="Rectangle 1048712"/>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26" name="Title 1"/>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Conclusion</a:t>
            </a:r>
          </a:p>
        </p:txBody>
      </p:sp>
      <p:sp>
        <p:nvSpPr>
          <p:cNvPr id="1048727" name="Content Placeholder 3"/>
          <p:cNvSpPr>
            <a:spLocks noGrp="1"/>
          </p:cNvSpPr>
          <p:nvPr>
            <p:ph idx="1"/>
          </p:nvPr>
        </p:nvSpPr>
        <p:spPr>
          <a:xfrm>
            <a:off x="464092" y="2069204"/>
            <a:ext cx="8215811" cy="3636725"/>
          </a:xfrm>
        </p:spPr>
        <p:txBody>
          <a:bodyPr vert="horz" lIns="91440" tIns="45720" rIns="91440" bIns="45720" rtlCol="0" anchor="ctr">
            <a:normAutofit/>
          </a:bodyPr>
          <a:lstStyle/>
          <a:p>
            <a:pPr marL="0" indent="0" algn="just">
              <a:buNone/>
            </a:pPr>
            <a:r>
              <a:rPr lang="en-US" sz="2400" dirty="0">
                <a:latin typeface="Times New Roman" panose="02020603050405020304" pitchFamily="18" charset="0"/>
                <a:ea typeface="Calibri"/>
                <a:cs typeface="Times New Roman" panose="02020603050405020304" pitchFamily="18" charset="0"/>
              </a:rPr>
              <a:t>The Dyslexia-Aware AI Semantic Grader provides a fair way to evaluate students by focusing on meaning and concepts rather than spelling. By using NLP, it removes traditional grading bias and supports inclusive education. This technology ensures students are judged on their actual knowledge, helping them succeed regardless of writing challenges.</a:t>
            </a:r>
          </a:p>
        </p:txBody>
      </p:sp>
      <p:sp>
        <p:nvSpPr>
          <p:cNvPr id="1048728" name="Slide Number Placeholder 3"/>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19</a:t>
            </a:fld>
            <a:endParaRPr lang="en-US" sz="1000" dirty="0">
              <a:solidFill>
                <a:schemeClr val="tx1">
                  <a:lumMod val="50000"/>
                  <a:lumOff val="50000"/>
                </a:schemeClr>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729" name="Rectangle 104871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0" name="Rectangle 104871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1" name="Rectangle 1048710"/>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2" name="Rectangle 1048712"/>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3" name="Title 1"/>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Future scope</a:t>
            </a:r>
          </a:p>
        </p:txBody>
      </p:sp>
      <p:sp>
        <p:nvSpPr>
          <p:cNvPr id="1048734" name="Slide Number Placeholder 3"/>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20</a:t>
            </a:fld>
            <a:endParaRPr lang="en-US" sz="1000" dirty="0">
              <a:solidFill>
                <a:schemeClr val="tx1">
                  <a:lumMod val="50000"/>
                  <a:lumOff val="50000"/>
                </a:schemeClr>
              </a:solidFill>
            </a:endParaRPr>
          </a:p>
        </p:txBody>
      </p:sp>
      <p:sp>
        <p:nvSpPr>
          <p:cNvPr id="1048735" name="TextBox 3"/>
          <p:cNvSpPr txBox="1"/>
          <p:nvPr/>
        </p:nvSpPr>
        <p:spPr>
          <a:xfrm>
            <a:off x="904240" y="2153920"/>
            <a:ext cx="7802879" cy="2847341"/>
          </a:xfrm>
          <a:prstGeom prst="rect">
            <a:avLst/>
          </a:prstGeom>
          <a:noFill/>
        </p:spPr>
        <p:txBody>
          <a:bodyPr wrap="square">
            <a:spAutoFit/>
          </a:bodyPr>
          <a:lstStyle/>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Global Use: Support for multiple languages.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Better OCR: Improved recognition of reversals and spacing.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LMS Sync: Integration with Moodle or Canvas.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Voice Input: Speech-to-text to remove writing barriers.  </a:t>
            </a:r>
          </a:p>
          <a:p>
            <a:pPr marL="342900" indent="-342900" algn="just">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Live Help: Instant guidance during drafting.</a:t>
            </a: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48736" name="Rectangle 1048711"/>
          <p:cNvSpPr>
            <a:spLocks noGrp="1" noRot="1" noChangeAspect="1" noMove="1" noResize="1" noEditPoints="1" noAdjustHandles="1" noChangeArrowheads="1" noChangeShapeType="1" noTextEdit="1"/>
          </p:cNvSpPr>
          <p:nvPr/>
        </p:nvSpPr>
        <p:spPr>
          <a:xfrm>
            <a:off x="0" y="0"/>
            <a:ext cx="9144000" cy="6858000"/>
          </a:xfrm>
          <a:prstGeom prst="rect">
            <a:avLst/>
          </a:prstGeom>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Semantic Processing in Dyslexia: https://pubmed.ncbi.nlm.nih.gov/39126424/Semantic Strength in Dyslexia: https://pmc.ncbi.nlm.nih.gov/articles/PMC11832474/Neural Semantic Prediction: https://pubmed.ncbi.nlm.nih.gov/40772236/AI Model for Dyslexia Support: https://www.nature.com/articles/s41598-023-50879-7Dyslexia-Friendly NLP: https://arxiv.org/abs/2602.22524AI Reading Assistance (LARF): https://arxiv.org/abs/2504.00941</a:t>
            </a:r>
            <a:endParaRPr lang="en-US" dirty="0"/>
          </a:p>
        </p:txBody>
      </p:sp>
      <p:sp>
        <p:nvSpPr>
          <p:cNvPr id="1048737" name="Rectangle 1048713"/>
          <p:cNvSpPr>
            <a:spLocks noGrp="1" noRot="1" noChangeAspect="1" noMove="1" noResize="1" noEditPoints="1" noAdjustHandles="1" noChangeArrowheads="1" noChangeShapeType="1" noTextEdit="1"/>
          </p:cNvSpPr>
          <p:nvPr/>
        </p:nvSpPr>
        <p:spPr>
          <a:xfrm flipH="1">
            <a:off x="0" y="-1"/>
            <a:ext cx="9143997"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8" name="Rectangle 1048714"/>
          <p:cNvSpPr>
            <a:spLocks noGrp="1" noRot="1" noChangeAspect="1" noMove="1" noResize="1" noEditPoints="1" noAdjustHandles="1" noChangeArrowheads="1" noChangeShapeType="1" noTextEdit="1"/>
          </p:cNvSpPr>
          <p:nvPr/>
        </p:nvSpPr>
        <p:spPr>
          <a:xfrm rot="10800000" flipH="1">
            <a:off x="-2" y="0"/>
            <a:ext cx="6086479"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39" name="Rectangle 1048710"/>
          <p:cNvSpPr>
            <a:spLocks noGrp="1" noRot="1" noChangeAspect="1" noMove="1" noResize="1" noEditPoints="1" noAdjustHandles="1" noChangeArrowheads="1" noChangeShapeType="1" noTextEdit="1"/>
          </p:cNvSpPr>
          <p:nvPr/>
        </p:nvSpPr>
        <p:spPr>
          <a:xfrm flipH="1">
            <a:off x="6086474" y="-1"/>
            <a:ext cx="3057523"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0" name="Rectangle 1048712"/>
          <p:cNvSpPr>
            <a:spLocks noGrp="1" noRot="1" noChangeAspect="1" noMove="1" noResize="1" noEditPoints="1" noAdjustHandles="1" noChangeArrowheads="1" noChangeShapeType="1" noTextEdit="1"/>
          </p:cNvSpPr>
          <p:nvPr/>
        </p:nvSpPr>
        <p:spPr>
          <a:xfrm>
            <a:off x="344512" y="-1"/>
            <a:ext cx="8799485"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48741" name="Title 1"/>
          <p:cNvSpPr>
            <a:spLocks noGrp="1"/>
          </p:cNvSpPr>
          <p:nvPr>
            <p:ph type="title"/>
          </p:nvPr>
        </p:nvSpPr>
        <p:spPr>
          <a:xfrm>
            <a:off x="1028699" y="294538"/>
            <a:ext cx="7421963" cy="1033669"/>
          </a:xfrm>
        </p:spPr>
        <p:txBody>
          <a:bodyPr vert="horz" lIns="91440" tIns="45720" rIns="91440" bIns="45720" rtlCol="0">
            <a:normAutofit/>
          </a:bodyPr>
          <a:lstStyle/>
          <a:p>
            <a:pPr algn="just" defTabSz="914400"/>
            <a:r>
              <a:rPr lang="en-US" sz="3600" b="1" kern="1200" dirty="0">
                <a:solidFill>
                  <a:srgbClr val="FFFFFF"/>
                </a:solidFill>
                <a:latin typeface="Times New Roman" panose="02020603050405020304" pitchFamily="18" charset="0"/>
                <a:cs typeface="Times New Roman" panose="02020603050405020304" pitchFamily="18" charset="0"/>
              </a:rPr>
              <a:t>References</a:t>
            </a:r>
          </a:p>
        </p:txBody>
      </p:sp>
      <p:sp>
        <p:nvSpPr>
          <p:cNvPr id="1048742" name="Slide Number Placeholder 3"/>
          <p:cNvSpPr>
            <a:spLocks noGrp="1"/>
          </p:cNvSpPr>
          <p:nvPr>
            <p:ph type="sldNum" sz="quarter" idx="12"/>
          </p:nvPr>
        </p:nvSpPr>
        <p:spPr>
          <a:xfrm>
            <a:off x="8778240" y="6455431"/>
            <a:ext cx="334434" cy="365125"/>
          </a:xfrm>
        </p:spPr>
        <p:txBody>
          <a:bodyPr vert="horz" lIns="91440" tIns="45720" rIns="91440" bIns="45720" rtlCol="0">
            <a:normAutofit/>
          </a:bodyPr>
          <a:lstStyle/>
          <a:p>
            <a:pPr algn="just" defTabSz="914400">
              <a:spcAft>
                <a:spcPts val="600"/>
              </a:spcAft>
            </a:pPr>
            <a:fld id="{C1FF6DA9-008F-8B48-92A6-B652298478BF}" type="slidenum">
              <a:rPr lang="en-US" sz="1000">
                <a:solidFill>
                  <a:schemeClr val="tx1">
                    <a:lumMod val="50000"/>
                    <a:lumOff val="50000"/>
                  </a:schemeClr>
                </a:solidFill>
              </a:rPr>
              <a:pPr algn="just" defTabSz="914400">
                <a:spcAft>
                  <a:spcPts val="600"/>
                </a:spcAft>
              </a:pPr>
              <a:t>21</a:t>
            </a:fld>
            <a:endParaRPr lang="en-US" sz="1000" dirty="0">
              <a:solidFill>
                <a:schemeClr val="tx1">
                  <a:lumMod val="50000"/>
                  <a:lumOff val="50000"/>
                </a:schemeClr>
              </a:solidFill>
            </a:endParaRPr>
          </a:p>
        </p:txBody>
      </p:sp>
      <p:sp>
        <p:nvSpPr>
          <p:cNvPr id="1048743" name="TextBox 1"/>
          <p:cNvSpPr txBox="1"/>
          <p:nvPr/>
        </p:nvSpPr>
        <p:spPr>
          <a:xfrm>
            <a:off x="741680" y="1788160"/>
            <a:ext cx="7406640" cy="4053840"/>
          </a:xfrm>
          <a:prstGeom prst="rect">
            <a:avLst/>
          </a:prstGeom>
          <a:noFill/>
        </p:spPr>
        <p:txBody>
          <a:bodyPr wrap="square" rtlCol="0">
            <a:spAutoFit/>
          </a:bodyPr>
          <a:lstStyle/>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Semantic Processing in Dyslexia: </a:t>
            </a:r>
            <a:r>
              <a:rPr lang="en-IN" sz="2400" dirty="0">
                <a:latin typeface="Times New Roman" panose="02020603050405020304" pitchFamily="18" charset="0"/>
                <a:cs typeface="Times New Roman" panose="02020603050405020304" pitchFamily="18" charset="0"/>
                <a:hlinkClick r:id="rId2"/>
              </a:rPr>
              <a:t>https://pubmed.ncbi.nlm.nih.gov/39126424/</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Semantic Strength in Dyslexia: </a:t>
            </a:r>
            <a:r>
              <a:rPr lang="en-IN" sz="2400" dirty="0">
                <a:latin typeface="Times New Roman" panose="02020603050405020304" pitchFamily="18" charset="0"/>
                <a:cs typeface="Times New Roman" panose="02020603050405020304" pitchFamily="18" charset="0"/>
                <a:hlinkClick r:id="rId3"/>
              </a:rPr>
              <a:t>https://pmc.ncbi.nlm.nih.gov/articles/PMC11832474/</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Neural Semantic Prediction: </a:t>
            </a:r>
            <a:r>
              <a:rPr lang="en-IN" sz="2400" dirty="0">
                <a:latin typeface="Times New Roman" panose="02020603050405020304" pitchFamily="18" charset="0"/>
                <a:cs typeface="Times New Roman" panose="02020603050405020304" pitchFamily="18" charset="0"/>
                <a:hlinkClick r:id="rId4"/>
              </a:rPr>
              <a:t>https://pubmed.ncbi.nlm.nih.gov/40772236/</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AI Model for Dyslexia Support: </a:t>
            </a:r>
            <a:r>
              <a:rPr lang="en-IN" sz="2400" dirty="0">
                <a:latin typeface="Times New Roman" panose="02020603050405020304" pitchFamily="18" charset="0"/>
                <a:cs typeface="Times New Roman" panose="02020603050405020304" pitchFamily="18" charset="0"/>
                <a:hlinkClick r:id="rId5"/>
              </a:rPr>
              <a:t>https://www.nature.com/articles/s41598-023-50879-7</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Dyslexia-Friendly NLP: </a:t>
            </a:r>
            <a:r>
              <a:rPr lang="en-IN" sz="2400" dirty="0">
                <a:latin typeface="Times New Roman" panose="02020603050405020304" pitchFamily="18" charset="0"/>
                <a:cs typeface="Times New Roman" panose="02020603050405020304" pitchFamily="18" charset="0"/>
                <a:hlinkClick r:id="rId6"/>
              </a:rPr>
              <a:t>https://arxiv.org/abs/2602.22524</a:t>
            </a:r>
            <a:endParaRPr lang="en-IN" sz="2400" dirty="0">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dirty="0">
                <a:latin typeface="Times New Roman" panose="02020603050405020304" pitchFamily="18" charset="0"/>
                <a:cs typeface="Times New Roman" panose="02020603050405020304" pitchFamily="18" charset="0"/>
              </a:rPr>
              <a:t>AI Reading Assistance (LARF): </a:t>
            </a:r>
            <a:r>
              <a:rPr lang="en-IN" sz="2400" dirty="0">
                <a:latin typeface="Times New Roman" panose="02020603050405020304" pitchFamily="18" charset="0"/>
                <a:cs typeface="Times New Roman" panose="02020603050405020304" pitchFamily="18" charset="0"/>
                <a:hlinkClick r:id="rId7"/>
              </a:rPr>
              <a:t>https://arxiv.org/abs/2504.00941</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a:gsLst>
            <a:gs pos="25000">
              <a:schemeClr val="tx2">
                <a:lumMod val="75000"/>
              </a:schemeClr>
            </a:gs>
            <a:gs pos="89000">
              <a:schemeClr val="accent1">
                <a:lumMod val="45000"/>
                <a:lumOff val="55000"/>
              </a:schemeClr>
            </a:gs>
          </a:gsLst>
          <a:lin ang="5400000" scaled="1"/>
        </a:gradFill>
        <a:effectLst/>
      </p:bgPr>
    </p:bg>
    <p:spTree>
      <p:nvGrpSpPr>
        <p:cNvPr id="1" name=""/>
        <p:cNvGrpSpPr/>
        <p:nvPr/>
      </p:nvGrpSpPr>
      <p:grpSpPr>
        <a:xfrm>
          <a:off x="0" y="0"/>
          <a:ext cx="0" cy="0"/>
          <a:chOff x="0" y="0"/>
          <a:chExt cx="0" cy="0"/>
        </a:xfrm>
      </p:grpSpPr>
      <p:sp>
        <p:nvSpPr>
          <p:cNvPr id="1048744" name="Slide Number Placeholder 4"/>
          <p:cNvSpPr>
            <a:spLocks noGrp="1"/>
          </p:cNvSpPr>
          <p:nvPr>
            <p:ph type="sldNum" sz="quarter" idx="12"/>
          </p:nvPr>
        </p:nvSpPr>
        <p:spPr>
          <a:xfrm>
            <a:off x="6901774" y="6356350"/>
            <a:ext cx="1613576" cy="365125"/>
          </a:xfrm>
        </p:spPr>
        <p:txBody>
          <a:bodyPr>
            <a:normAutofit/>
          </a:bodyPr>
          <a:lstStyle/>
          <a:p>
            <a:pPr>
              <a:spcAft>
                <a:spcPts val="600"/>
              </a:spcAft>
            </a:pPr>
            <a:fld id="{C1FF6DA9-008F-8B48-92A6-B652298478BF}" type="slidenum">
              <a:rPr lang="en-US" sz="1600" smtClean="0">
                <a:latin typeface="Times New Roman"/>
                <a:cs typeface="Times New Roman"/>
              </a:rPr>
              <a:pPr>
                <a:spcAft>
                  <a:spcPts val="600"/>
                </a:spcAft>
              </a:pPr>
              <a:t>22</a:t>
            </a:fld>
            <a:endParaRPr lang="en-US" sz="1600" dirty="0">
              <a:latin typeface="Times New Roman"/>
              <a:cs typeface="Times New Roman"/>
            </a:endParaRPr>
          </a:p>
        </p:txBody>
      </p:sp>
      <p:sp>
        <p:nvSpPr>
          <p:cNvPr id="1048745" name="Content Placeholder 2"/>
          <p:cNvSpPr>
            <a:spLocks noGrp="1"/>
          </p:cNvSpPr>
          <p:nvPr>
            <p:ph sz="half" idx="1"/>
          </p:nvPr>
        </p:nvSpPr>
        <p:spPr>
          <a:xfrm flipV="1">
            <a:off x="2123440" y="6989763"/>
            <a:ext cx="4038600" cy="365125"/>
          </a:xfrm>
        </p:spPr>
        <p:txBody>
          <a:bodyPr>
            <a:normAutofit fontScale="77500" lnSpcReduction="20000"/>
          </a:bodyPr>
          <a:lstStyle/>
          <a:p>
            <a:pPr marL="0" indent="0">
              <a:buNone/>
            </a:pPr>
            <a:r>
              <a:rPr lang="en-IN" dirty="0"/>
              <a:t>.</a:t>
            </a:r>
          </a:p>
          <a:p>
            <a:pPr marL="0" indent="0">
              <a:buNone/>
            </a:pPr>
            <a:endParaRPr lang="en-IN" dirty="0"/>
          </a:p>
        </p:txBody>
      </p:sp>
      <p:sp>
        <p:nvSpPr>
          <p:cNvPr id="1048746" name="Content Placeholder 2"/>
          <p:cNvSpPr>
            <a:spLocks noGrp="1"/>
          </p:cNvSpPr>
          <p:nvPr>
            <p:ph type="title"/>
          </p:nvPr>
        </p:nvSpPr>
        <p:spPr>
          <a:xfrm>
            <a:off x="1589088" y="274638"/>
            <a:ext cx="7554912" cy="6583362"/>
          </a:xfrm>
        </p:spPr>
        <p:txBody>
          <a:bodyPr>
            <a:normAutofit/>
          </a:bodyPr>
          <a:lstStyle/>
          <a:p>
            <a:pPr marL="0" indent="0">
              <a:buNone/>
            </a:pPr>
            <a:r>
              <a:rPr lang="en-US" sz="7200" b="1" dirty="0">
                <a:solidFill>
                  <a:schemeClr val="bg1"/>
                </a:solidFill>
                <a:latin typeface="Times New Roman"/>
                <a:ea typeface="Calibri"/>
                <a:cs typeface="Times New Roman"/>
              </a:rPr>
              <a:t>THANK YOU</a:t>
            </a:r>
            <a:endParaRPr lang="en-IN" sz="7200" dirty="0">
              <a:solidFill>
                <a:schemeClr val="bg1"/>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TotalTime>
  <Words>749</Words>
  <Application>Microsoft Office PowerPoint</Application>
  <PresentationFormat>On-screen Show (4:3)</PresentationFormat>
  <Paragraphs>99</Paragraphs>
  <Slides>22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Times New Roman</vt:lpstr>
      <vt:lpstr>Wingdings</vt:lpstr>
      <vt:lpstr>Office Theme</vt:lpstr>
      <vt:lpstr>DYSLEXIA –AWARENESS SEMANTIC GRADER SYSTEM</vt:lpstr>
      <vt:lpstr>Table of Contents</vt:lpstr>
      <vt:lpstr>Introduction</vt:lpstr>
      <vt:lpstr>Problem Statement</vt:lpstr>
      <vt:lpstr>Literature Survey</vt:lpstr>
      <vt:lpstr>Existing System</vt:lpstr>
      <vt:lpstr>Proposed System</vt:lpstr>
      <vt:lpstr>Hardware Requirements</vt:lpstr>
      <vt:lpstr>Software Requirements</vt:lpstr>
      <vt:lpstr>System Architecture </vt:lpstr>
      <vt:lpstr>Class Diagram</vt:lpstr>
      <vt:lpstr>Use Case Diagram</vt:lpstr>
      <vt:lpstr>Sequence Diagram</vt:lpstr>
      <vt:lpstr>Activity Diagram</vt:lpstr>
      <vt:lpstr>State Diagram</vt:lpstr>
      <vt:lpstr>Results </vt:lpstr>
      <vt:lpstr>Response Input &amp; Model Reference Answer</vt:lpstr>
      <vt:lpstr>Evaluation Pipeline</vt:lpstr>
      <vt:lpstr>Conclusion</vt:lpstr>
      <vt:lpstr>Future scope</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Hostel Room Allocation System</dc:title>
  <dc:creator>CPH2569</dc:creator>
  <cp:lastModifiedBy>BEGARI MOUNIKA</cp:lastModifiedBy>
  <cp:revision>6</cp:revision>
  <dcterms:created xsi:type="dcterms:W3CDTF">2013-01-25T13:14:16Z</dcterms:created>
  <dcterms:modified xsi:type="dcterms:W3CDTF">2026-04-10T10:06:29Z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9846b00fe3714b4db61b8ff4131378a5</vt:lpwstr>
  </property>
</Properties>
</file>